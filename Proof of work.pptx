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nter Bold" charset="1" panose="02000503000000020004"/>
      <p:regular r:id="rId18"/>
    </p:embeddedFont>
    <p:embeddedFont>
      <p:font typeface="Inter" charset="1" panose="0200050300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3192911"/>
            <a:ext cx="9445523" cy="281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4"/>
              </a:lnSpc>
            </a:pPr>
            <a:r>
              <a:rPr lang="en-US" b="true" sz="556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AI-Based Voice-Enabled Personal Assistant using Machine Learning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6508747"/>
            <a:ext cx="9445523" cy="60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b="true" sz="218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Harsh Srivastava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| B.Tech CSE | Manipal University Jaipur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00560"/>
            <a:ext cx="8364588" cy="104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4"/>
              </a:lnSpc>
            </a:pPr>
            <a:r>
              <a:rPr lang="en-US" b="true" sz="556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is an AI Assistant?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692603"/>
            <a:ext cx="10355161" cy="6212977"/>
            <a:chOff x="0" y="0"/>
            <a:chExt cx="13806881" cy="8283969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806932" cy="8283956"/>
            </a:xfrm>
            <a:custGeom>
              <a:avLst/>
              <a:gdLst/>
              <a:ahLst/>
              <a:cxnLst/>
              <a:rect r="r" b="b" t="t" l="l"/>
              <a:pathLst>
                <a:path h="8283956" w="13806932">
                  <a:moveTo>
                    <a:pt x="0" y="0"/>
                  </a:moveTo>
                  <a:lnTo>
                    <a:pt x="13806932" y="0"/>
                  </a:lnTo>
                  <a:lnTo>
                    <a:pt x="13806932" y="8283956"/>
                  </a:lnTo>
                  <a:lnTo>
                    <a:pt x="0" y="8283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048677" y="3306070"/>
            <a:ext cx="5256457" cy="242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 AI assistant is a software that understands what you say and helps you do things. Like having a helper who listens and acts on your commands.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48677" y="5924398"/>
            <a:ext cx="3544043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275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Real Examples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48677" y="6584156"/>
            <a:ext cx="5256457" cy="1711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4274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Alexa by Amazon</a:t>
            </a:r>
          </a:p>
          <a:p>
            <a:pPr algn="l" marL="329902" indent="-164951" lvl="1">
              <a:lnSpc>
                <a:spcPts val="4274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Google Assistant</a:t>
            </a:r>
          </a:p>
          <a:p>
            <a:pPr algn="l" marL="329902" indent="-164951" lvl="1">
              <a:lnSpc>
                <a:spcPts val="4274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Siri by Apple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408034"/>
            <a:ext cx="7088238" cy="104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4"/>
              </a:lnSpc>
            </a:pPr>
            <a:r>
              <a:rPr lang="en-US" b="true" sz="556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Why This Project?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6285" y="4017016"/>
            <a:ext cx="5257352" cy="3705968"/>
            <a:chOff x="0" y="0"/>
            <a:chExt cx="7009803" cy="49412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7874" y="7874"/>
              <a:ext cx="6994017" cy="4925441"/>
            </a:xfrm>
            <a:custGeom>
              <a:avLst/>
              <a:gdLst/>
              <a:ahLst/>
              <a:cxnLst/>
              <a:rect r="r" b="b" t="t" l="l"/>
              <a:pathLst>
                <a:path h="4925441" w="6994017">
                  <a:moveTo>
                    <a:pt x="0" y="158877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6835013" y="0"/>
                  </a:lnTo>
                  <a:cubicBezTo>
                    <a:pt x="6922770" y="0"/>
                    <a:pt x="6994017" y="71120"/>
                    <a:pt x="6994017" y="158750"/>
                  </a:cubicBezTo>
                  <a:lnTo>
                    <a:pt x="6994017" y="4766691"/>
                  </a:lnTo>
                  <a:cubicBezTo>
                    <a:pt x="6994017" y="4854448"/>
                    <a:pt x="6922897" y="4925441"/>
                    <a:pt x="6835013" y="4925441"/>
                  </a:cubicBezTo>
                  <a:lnTo>
                    <a:pt x="159004" y="4925441"/>
                  </a:lnTo>
                  <a:cubicBezTo>
                    <a:pt x="71247" y="4925441"/>
                    <a:pt x="0" y="4854321"/>
                    <a:pt x="0" y="4766691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09765" cy="4941316"/>
            </a:xfrm>
            <a:custGeom>
              <a:avLst/>
              <a:gdLst/>
              <a:ahLst/>
              <a:cxnLst/>
              <a:rect r="r" b="b" t="t" l="l"/>
              <a:pathLst>
                <a:path h="4941316" w="7009765">
                  <a:moveTo>
                    <a:pt x="0" y="166751"/>
                  </a:moveTo>
                  <a:cubicBezTo>
                    <a:pt x="0" y="74676"/>
                    <a:pt x="74676" y="0"/>
                    <a:pt x="166878" y="0"/>
                  </a:cubicBezTo>
                  <a:lnTo>
                    <a:pt x="6842887" y="0"/>
                  </a:lnTo>
                  <a:lnTo>
                    <a:pt x="6842887" y="7874"/>
                  </a:lnTo>
                  <a:lnTo>
                    <a:pt x="6842887" y="0"/>
                  </a:lnTo>
                  <a:cubicBezTo>
                    <a:pt x="6935089" y="0"/>
                    <a:pt x="7009765" y="74676"/>
                    <a:pt x="7009765" y="166751"/>
                  </a:cubicBezTo>
                  <a:lnTo>
                    <a:pt x="7001891" y="166751"/>
                  </a:lnTo>
                  <a:lnTo>
                    <a:pt x="7009765" y="166751"/>
                  </a:lnTo>
                  <a:lnTo>
                    <a:pt x="7009765" y="4774565"/>
                  </a:lnTo>
                  <a:lnTo>
                    <a:pt x="7001891" y="4774565"/>
                  </a:lnTo>
                  <a:lnTo>
                    <a:pt x="7009765" y="4774565"/>
                  </a:lnTo>
                  <a:cubicBezTo>
                    <a:pt x="7009765" y="4866640"/>
                    <a:pt x="6935089" y="4941316"/>
                    <a:pt x="6842887" y="4941316"/>
                  </a:cubicBezTo>
                  <a:lnTo>
                    <a:pt x="6842887" y="4933442"/>
                  </a:lnTo>
                  <a:lnTo>
                    <a:pt x="6842887" y="4941316"/>
                  </a:lnTo>
                  <a:lnTo>
                    <a:pt x="166878" y="4941316"/>
                  </a:lnTo>
                  <a:lnTo>
                    <a:pt x="166878" y="4933442"/>
                  </a:lnTo>
                  <a:lnTo>
                    <a:pt x="166878" y="4941316"/>
                  </a:lnTo>
                  <a:cubicBezTo>
                    <a:pt x="74676" y="4941316"/>
                    <a:pt x="0" y="4866640"/>
                    <a:pt x="0" y="4774565"/>
                  </a:cubicBezTo>
                  <a:lnTo>
                    <a:pt x="0" y="166751"/>
                  </a:lnTo>
                  <a:lnTo>
                    <a:pt x="7874" y="166751"/>
                  </a:lnTo>
                  <a:lnTo>
                    <a:pt x="0" y="166751"/>
                  </a:lnTo>
                  <a:moveTo>
                    <a:pt x="15875" y="166751"/>
                  </a:moveTo>
                  <a:lnTo>
                    <a:pt x="15875" y="4774565"/>
                  </a:lnTo>
                  <a:lnTo>
                    <a:pt x="7874" y="4774565"/>
                  </a:lnTo>
                  <a:lnTo>
                    <a:pt x="15748" y="4774565"/>
                  </a:lnTo>
                  <a:cubicBezTo>
                    <a:pt x="15748" y="4857877"/>
                    <a:pt x="83312" y="4925441"/>
                    <a:pt x="166751" y="4925441"/>
                  </a:cubicBezTo>
                  <a:lnTo>
                    <a:pt x="6842887" y="4925441"/>
                  </a:lnTo>
                  <a:cubicBezTo>
                    <a:pt x="6926326" y="4925441"/>
                    <a:pt x="6993890" y="4857877"/>
                    <a:pt x="6993890" y="4774565"/>
                  </a:cubicBezTo>
                  <a:lnTo>
                    <a:pt x="6993890" y="166751"/>
                  </a:lnTo>
                  <a:cubicBezTo>
                    <a:pt x="6993890" y="83439"/>
                    <a:pt x="6926326" y="15875"/>
                    <a:pt x="6842887" y="15875"/>
                  </a:cubicBezTo>
                  <a:lnTo>
                    <a:pt x="166878" y="15875"/>
                  </a:lnTo>
                  <a:lnTo>
                    <a:pt x="166878" y="7874"/>
                  </a:lnTo>
                  <a:lnTo>
                    <a:pt x="166878" y="15875"/>
                  </a:lnTo>
                  <a:cubicBezTo>
                    <a:pt x="83439" y="15875"/>
                    <a:pt x="15875" y="83439"/>
                    <a:pt x="15875" y="166751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85284" y="4316016"/>
            <a:ext cx="850554" cy="850554"/>
            <a:chOff x="0" y="0"/>
            <a:chExt cx="1134072" cy="11340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9238" y="4549826"/>
            <a:ext cx="382638" cy="382638"/>
            <a:chOff x="0" y="0"/>
            <a:chExt cx="510184" cy="510184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510159" cy="510159"/>
            </a:xfrm>
            <a:custGeom>
              <a:avLst/>
              <a:gdLst/>
              <a:ahLst/>
              <a:cxnLst/>
              <a:rect r="r" b="b" t="t" l="l"/>
              <a:pathLst>
                <a:path h="510159" w="510159">
                  <a:moveTo>
                    <a:pt x="0" y="0"/>
                  </a:moveTo>
                  <a:lnTo>
                    <a:pt x="510159" y="0"/>
                  </a:lnTo>
                  <a:lnTo>
                    <a:pt x="510159" y="510159"/>
                  </a:lnTo>
                  <a:lnTo>
                    <a:pt x="0" y="510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4" b="-4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85284" y="5364366"/>
            <a:ext cx="3544043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27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Personal Interest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5284" y="5910710"/>
            <a:ext cx="4659363" cy="1513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Always fascinated by how machines can understand human language and learn from it.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15252" y="4017016"/>
            <a:ext cx="5257352" cy="3705968"/>
            <a:chOff x="0" y="0"/>
            <a:chExt cx="7009803" cy="49412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7874" y="7874"/>
              <a:ext cx="6994017" cy="4925441"/>
            </a:xfrm>
            <a:custGeom>
              <a:avLst/>
              <a:gdLst/>
              <a:ahLst/>
              <a:cxnLst/>
              <a:rect r="r" b="b" t="t" l="l"/>
              <a:pathLst>
                <a:path h="4925441" w="6994017">
                  <a:moveTo>
                    <a:pt x="0" y="158877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6835013" y="0"/>
                  </a:lnTo>
                  <a:cubicBezTo>
                    <a:pt x="6922770" y="0"/>
                    <a:pt x="6994017" y="71120"/>
                    <a:pt x="6994017" y="158750"/>
                  </a:cubicBezTo>
                  <a:lnTo>
                    <a:pt x="6994017" y="4766691"/>
                  </a:lnTo>
                  <a:cubicBezTo>
                    <a:pt x="6994017" y="4854448"/>
                    <a:pt x="6922897" y="4925441"/>
                    <a:pt x="6835013" y="4925441"/>
                  </a:cubicBezTo>
                  <a:lnTo>
                    <a:pt x="159004" y="4925441"/>
                  </a:lnTo>
                  <a:cubicBezTo>
                    <a:pt x="71247" y="4925441"/>
                    <a:pt x="0" y="4854321"/>
                    <a:pt x="0" y="4766691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09765" cy="4941316"/>
            </a:xfrm>
            <a:custGeom>
              <a:avLst/>
              <a:gdLst/>
              <a:ahLst/>
              <a:cxnLst/>
              <a:rect r="r" b="b" t="t" l="l"/>
              <a:pathLst>
                <a:path h="4941316" w="7009765">
                  <a:moveTo>
                    <a:pt x="0" y="166751"/>
                  </a:moveTo>
                  <a:cubicBezTo>
                    <a:pt x="0" y="74676"/>
                    <a:pt x="74676" y="0"/>
                    <a:pt x="166878" y="0"/>
                  </a:cubicBezTo>
                  <a:lnTo>
                    <a:pt x="6842887" y="0"/>
                  </a:lnTo>
                  <a:lnTo>
                    <a:pt x="6842887" y="7874"/>
                  </a:lnTo>
                  <a:lnTo>
                    <a:pt x="6842887" y="0"/>
                  </a:lnTo>
                  <a:cubicBezTo>
                    <a:pt x="6935089" y="0"/>
                    <a:pt x="7009765" y="74676"/>
                    <a:pt x="7009765" y="166751"/>
                  </a:cubicBezTo>
                  <a:lnTo>
                    <a:pt x="7001891" y="166751"/>
                  </a:lnTo>
                  <a:lnTo>
                    <a:pt x="7009765" y="166751"/>
                  </a:lnTo>
                  <a:lnTo>
                    <a:pt x="7009765" y="4774565"/>
                  </a:lnTo>
                  <a:lnTo>
                    <a:pt x="7001891" y="4774565"/>
                  </a:lnTo>
                  <a:lnTo>
                    <a:pt x="7009765" y="4774565"/>
                  </a:lnTo>
                  <a:cubicBezTo>
                    <a:pt x="7009765" y="4866640"/>
                    <a:pt x="6935089" y="4941316"/>
                    <a:pt x="6842887" y="4941316"/>
                  </a:cubicBezTo>
                  <a:lnTo>
                    <a:pt x="6842887" y="4933442"/>
                  </a:lnTo>
                  <a:lnTo>
                    <a:pt x="6842887" y="4941316"/>
                  </a:lnTo>
                  <a:lnTo>
                    <a:pt x="166878" y="4941316"/>
                  </a:lnTo>
                  <a:lnTo>
                    <a:pt x="166878" y="4933442"/>
                  </a:lnTo>
                  <a:lnTo>
                    <a:pt x="166878" y="4941316"/>
                  </a:lnTo>
                  <a:cubicBezTo>
                    <a:pt x="74676" y="4941316"/>
                    <a:pt x="0" y="4866640"/>
                    <a:pt x="0" y="4774565"/>
                  </a:cubicBezTo>
                  <a:lnTo>
                    <a:pt x="0" y="166751"/>
                  </a:lnTo>
                  <a:lnTo>
                    <a:pt x="7874" y="166751"/>
                  </a:lnTo>
                  <a:lnTo>
                    <a:pt x="0" y="166751"/>
                  </a:lnTo>
                  <a:moveTo>
                    <a:pt x="15875" y="166751"/>
                  </a:moveTo>
                  <a:lnTo>
                    <a:pt x="15875" y="4774565"/>
                  </a:lnTo>
                  <a:lnTo>
                    <a:pt x="7874" y="4774565"/>
                  </a:lnTo>
                  <a:lnTo>
                    <a:pt x="15748" y="4774565"/>
                  </a:lnTo>
                  <a:cubicBezTo>
                    <a:pt x="15748" y="4857877"/>
                    <a:pt x="83312" y="4925441"/>
                    <a:pt x="166751" y="4925441"/>
                  </a:cubicBezTo>
                  <a:lnTo>
                    <a:pt x="6842887" y="4925441"/>
                  </a:lnTo>
                  <a:cubicBezTo>
                    <a:pt x="6926326" y="4925441"/>
                    <a:pt x="6993890" y="4857877"/>
                    <a:pt x="6993890" y="4774565"/>
                  </a:cubicBezTo>
                  <a:lnTo>
                    <a:pt x="6993890" y="166751"/>
                  </a:lnTo>
                  <a:cubicBezTo>
                    <a:pt x="6993890" y="83439"/>
                    <a:pt x="6926326" y="15875"/>
                    <a:pt x="6842887" y="15875"/>
                  </a:cubicBezTo>
                  <a:lnTo>
                    <a:pt x="166878" y="15875"/>
                  </a:lnTo>
                  <a:lnTo>
                    <a:pt x="166878" y="7874"/>
                  </a:lnTo>
                  <a:lnTo>
                    <a:pt x="166878" y="15875"/>
                  </a:lnTo>
                  <a:cubicBezTo>
                    <a:pt x="83439" y="15875"/>
                    <a:pt x="15875" y="83439"/>
                    <a:pt x="15875" y="166751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14242" y="4316016"/>
            <a:ext cx="850554" cy="850554"/>
            <a:chOff x="0" y="0"/>
            <a:chExt cx="1134072" cy="11340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048205" y="4549826"/>
            <a:ext cx="382638" cy="382638"/>
            <a:chOff x="0" y="0"/>
            <a:chExt cx="510184" cy="510184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510159" cy="510159"/>
            </a:xfrm>
            <a:custGeom>
              <a:avLst/>
              <a:gdLst/>
              <a:ahLst/>
              <a:cxnLst/>
              <a:rect r="r" b="b" t="t" l="l"/>
              <a:pathLst>
                <a:path h="510159" w="510159">
                  <a:moveTo>
                    <a:pt x="0" y="0"/>
                  </a:moveTo>
                  <a:lnTo>
                    <a:pt x="510159" y="0"/>
                  </a:lnTo>
                  <a:lnTo>
                    <a:pt x="510159" y="510159"/>
                  </a:lnTo>
                  <a:lnTo>
                    <a:pt x="0" y="510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" b="-4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814242" y="5364366"/>
            <a:ext cx="3544043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27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AI &amp; ML Passion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14242" y="5910710"/>
            <a:ext cx="4659363" cy="1513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Want to explore how machine learning makes computers smarter and more intuitive.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044210" y="4017016"/>
            <a:ext cx="5257352" cy="3705968"/>
            <a:chOff x="0" y="0"/>
            <a:chExt cx="7009803" cy="49412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7874" y="7874"/>
              <a:ext cx="6994017" cy="4925441"/>
            </a:xfrm>
            <a:custGeom>
              <a:avLst/>
              <a:gdLst/>
              <a:ahLst/>
              <a:cxnLst/>
              <a:rect r="r" b="b" t="t" l="l"/>
              <a:pathLst>
                <a:path h="4925441" w="6994017">
                  <a:moveTo>
                    <a:pt x="0" y="158877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6835013" y="0"/>
                  </a:lnTo>
                  <a:cubicBezTo>
                    <a:pt x="6922770" y="0"/>
                    <a:pt x="6994017" y="71120"/>
                    <a:pt x="6994017" y="158750"/>
                  </a:cubicBezTo>
                  <a:lnTo>
                    <a:pt x="6994017" y="4766691"/>
                  </a:lnTo>
                  <a:cubicBezTo>
                    <a:pt x="6994017" y="4854448"/>
                    <a:pt x="6922897" y="4925441"/>
                    <a:pt x="6835013" y="4925441"/>
                  </a:cubicBezTo>
                  <a:lnTo>
                    <a:pt x="159004" y="4925441"/>
                  </a:lnTo>
                  <a:cubicBezTo>
                    <a:pt x="71247" y="4925441"/>
                    <a:pt x="0" y="4854321"/>
                    <a:pt x="0" y="4766691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09765" cy="4941316"/>
            </a:xfrm>
            <a:custGeom>
              <a:avLst/>
              <a:gdLst/>
              <a:ahLst/>
              <a:cxnLst/>
              <a:rect r="r" b="b" t="t" l="l"/>
              <a:pathLst>
                <a:path h="4941316" w="7009765">
                  <a:moveTo>
                    <a:pt x="0" y="166751"/>
                  </a:moveTo>
                  <a:cubicBezTo>
                    <a:pt x="0" y="74676"/>
                    <a:pt x="74676" y="0"/>
                    <a:pt x="166878" y="0"/>
                  </a:cubicBezTo>
                  <a:lnTo>
                    <a:pt x="6842887" y="0"/>
                  </a:lnTo>
                  <a:lnTo>
                    <a:pt x="6842887" y="7874"/>
                  </a:lnTo>
                  <a:lnTo>
                    <a:pt x="6842887" y="0"/>
                  </a:lnTo>
                  <a:cubicBezTo>
                    <a:pt x="6935089" y="0"/>
                    <a:pt x="7009765" y="74676"/>
                    <a:pt x="7009765" y="166751"/>
                  </a:cubicBezTo>
                  <a:lnTo>
                    <a:pt x="7001891" y="166751"/>
                  </a:lnTo>
                  <a:lnTo>
                    <a:pt x="7009765" y="166751"/>
                  </a:lnTo>
                  <a:lnTo>
                    <a:pt x="7009765" y="4774565"/>
                  </a:lnTo>
                  <a:lnTo>
                    <a:pt x="7001891" y="4774565"/>
                  </a:lnTo>
                  <a:lnTo>
                    <a:pt x="7009765" y="4774565"/>
                  </a:lnTo>
                  <a:cubicBezTo>
                    <a:pt x="7009765" y="4866640"/>
                    <a:pt x="6935089" y="4941316"/>
                    <a:pt x="6842887" y="4941316"/>
                  </a:cubicBezTo>
                  <a:lnTo>
                    <a:pt x="6842887" y="4933442"/>
                  </a:lnTo>
                  <a:lnTo>
                    <a:pt x="6842887" y="4941316"/>
                  </a:lnTo>
                  <a:lnTo>
                    <a:pt x="166878" y="4941316"/>
                  </a:lnTo>
                  <a:lnTo>
                    <a:pt x="166878" y="4933442"/>
                  </a:lnTo>
                  <a:lnTo>
                    <a:pt x="166878" y="4941316"/>
                  </a:lnTo>
                  <a:cubicBezTo>
                    <a:pt x="74676" y="4941316"/>
                    <a:pt x="0" y="4866640"/>
                    <a:pt x="0" y="4774565"/>
                  </a:cubicBezTo>
                  <a:lnTo>
                    <a:pt x="0" y="166751"/>
                  </a:lnTo>
                  <a:lnTo>
                    <a:pt x="7874" y="166751"/>
                  </a:lnTo>
                  <a:lnTo>
                    <a:pt x="0" y="166751"/>
                  </a:lnTo>
                  <a:moveTo>
                    <a:pt x="15875" y="166751"/>
                  </a:moveTo>
                  <a:lnTo>
                    <a:pt x="15875" y="4774565"/>
                  </a:lnTo>
                  <a:lnTo>
                    <a:pt x="7874" y="4774565"/>
                  </a:lnTo>
                  <a:lnTo>
                    <a:pt x="15748" y="4774565"/>
                  </a:lnTo>
                  <a:cubicBezTo>
                    <a:pt x="15748" y="4857877"/>
                    <a:pt x="83312" y="4925441"/>
                    <a:pt x="166751" y="4925441"/>
                  </a:cubicBezTo>
                  <a:lnTo>
                    <a:pt x="6842887" y="4925441"/>
                  </a:lnTo>
                  <a:cubicBezTo>
                    <a:pt x="6926326" y="4925441"/>
                    <a:pt x="6993890" y="4857877"/>
                    <a:pt x="6993890" y="4774565"/>
                  </a:cubicBezTo>
                  <a:lnTo>
                    <a:pt x="6993890" y="166751"/>
                  </a:lnTo>
                  <a:cubicBezTo>
                    <a:pt x="6993890" y="83439"/>
                    <a:pt x="6926326" y="15875"/>
                    <a:pt x="6842887" y="15875"/>
                  </a:cubicBezTo>
                  <a:lnTo>
                    <a:pt x="166878" y="15875"/>
                  </a:lnTo>
                  <a:lnTo>
                    <a:pt x="166878" y="7874"/>
                  </a:lnTo>
                  <a:lnTo>
                    <a:pt x="166878" y="15875"/>
                  </a:lnTo>
                  <a:cubicBezTo>
                    <a:pt x="83439" y="15875"/>
                    <a:pt x="15875" y="83439"/>
                    <a:pt x="15875" y="166751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43209" y="4316016"/>
            <a:ext cx="850554" cy="850554"/>
            <a:chOff x="0" y="0"/>
            <a:chExt cx="1134072" cy="113407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577172" y="4549826"/>
            <a:ext cx="382638" cy="382638"/>
            <a:chOff x="0" y="0"/>
            <a:chExt cx="510184" cy="510184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510159" cy="510159"/>
            </a:xfrm>
            <a:custGeom>
              <a:avLst/>
              <a:gdLst/>
              <a:ahLst/>
              <a:cxnLst/>
              <a:rect r="r" b="b" t="t" l="l"/>
              <a:pathLst>
                <a:path h="510159" w="510159">
                  <a:moveTo>
                    <a:pt x="0" y="0"/>
                  </a:moveTo>
                  <a:lnTo>
                    <a:pt x="510159" y="0"/>
                  </a:lnTo>
                  <a:lnTo>
                    <a:pt x="510159" y="510159"/>
                  </a:lnTo>
                  <a:lnTo>
                    <a:pt x="0" y="510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4" b="-4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2343209" y="5364366"/>
            <a:ext cx="3598659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27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Need for Automation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43209" y="5910710"/>
            <a:ext cx="4659363" cy="1513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Manual work is time-consuming. AI can automate tasks and make life easier.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1559271"/>
            <a:ext cx="7088238" cy="104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4"/>
              </a:lnSpc>
            </a:pPr>
            <a:r>
              <a:rPr lang="en-US" b="true" sz="556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44285" y="3026416"/>
            <a:ext cx="649786" cy="649786"/>
            <a:chOff x="0" y="0"/>
            <a:chExt cx="866381" cy="8663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874" y="8001"/>
              <a:ext cx="850519" cy="850392"/>
            </a:xfrm>
            <a:custGeom>
              <a:avLst/>
              <a:gdLst/>
              <a:ahLst/>
              <a:cxnLst/>
              <a:rect r="r" b="b" t="t" l="l"/>
              <a:pathLst>
                <a:path h="850392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642"/>
                  </a:lnTo>
                  <a:cubicBezTo>
                    <a:pt x="850519" y="779272"/>
                    <a:pt x="779399" y="850392"/>
                    <a:pt x="691769" y="850392"/>
                  </a:cubicBezTo>
                  <a:lnTo>
                    <a:pt x="158877" y="850392"/>
                  </a:lnTo>
                  <a:cubicBezTo>
                    <a:pt x="71247" y="850392"/>
                    <a:pt x="127" y="779272"/>
                    <a:pt x="127" y="691642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6394" cy="866394"/>
            </a:xfrm>
            <a:custGeom>
              <a:avLst/>
              <a:gdLst/>
              <a:ahLst/>
              <a:cxnLst/>
              <a:rect r="r" b="b" t="t" l="l"/>
              <a:pathLst>
                <a:path h="866394" w="866394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cubicBezTo>
                    <a:pt x="791718" y="0"/>
                    <a:pt x="866394" y="74676"/>
                    <a:pt x="866394" y="166751"/>
                  </a:cubicBezTo>
                  <a:lnTo>
                    <a:pt x="866394" y="699643"/>
                  </a:lnTo>
                  <a:lnTo>
                    <a:pt x="858520" y="699643"/>
                  </a:lnTo>
                  <a:lnTo>
                    <a:pt x="866394" y="699643"/>
                  </a:lnTo>
                  <a:cubicBezTo>
                    <a:pt x="866394" y="791718"/>
                    <a:pt x="791718" y="866394"/>
                    <a:pt x="699643" y="866394"/>
                  </a:cubicBezTo>
                  <a:lnTo>
                    <a:pt x="699643" y="858520"/>
                  </a:lnTo>
                  <a:lnTo>
                    <a:pt x="699643" y="866394"/>
                  </a:lnTo>
                  <a:lnTo>
                    <a:pt x="166751" y="866394"/>
                  </a:lnTo>
                  <a:lnTo>
                    <a:pt x="166751" y="858520"/>
                  </a:lnTo>
                  <a:lnTo>
                    <a:pt x="166751" y="866394"/>
                  </a:lnTo>
                  <a:cubicBezTo>
                    <a:pt x="74676" y="866394"/>
                    <a:pt x="0" y="791718"/>
                    <a:pt x="0" y="699643"/>
                  </a:cubicBezTo>
                  <a:lnTo>
                    <a:pt x="0" y="166751"/>
                  </a:lnTo>
                  <a:lnTo>
                    <a:pt x="7874" y="166751"/>
                  </a:lnTo>
                  <a:lnTo>
                    <a:pt x="0" y="166751"/>
                  </a:lnTo>
                  <a:moveTo>
                    <a:pt x="15875" y="166751"/>
                  </a:moveTo>
                  <a:lnTo>
                    <a:pt x="15875" y="699643"/>
                  </a:lnTo>
                  <a:lnTo>
                    <a:pt x="7874" y="699643"/>
                  </a:lnTo>
                  <a:lnTo>
                    <a:pt x="15748" y="699643"/>
                  </a:lnTo>
                  <a:cubicBezTo>
                    <a:pt x="15748" y="782955"/>
                    <a:pt x="83312" y="850519"/>
                    <a:pt x="166624" y="850519"/>
                  </a:cubicBezTo>
                  <a:lnTo>
                    <a:pt x="699643" y="850519"/>
                  </a:lnTo>
                  <a:cubicBezTo>
                    <a:pt x="782955" y="850519"/>
                    <a:pt x="850519" y="782955"/>
                    <a:pt x="850519" y="699643"/>
                  </a:cubicBezTo>
                  <a:lnTo>
                    <a:pt x="850519" y="166751"/>
                  </a:lnTo>
                  <a:lnTo>
                    <a:pt x="858393" y="166751"/>
                  </a:lnTo>
                  <a:lnTo>
                    <a:pt x="850519" y="166751"/>
                  </a:lnTo>
                  <a:cubicBezTo>
                    <a:pt x="850519" y="83439"/>
                    <a:pt x="782955" y="15875"/>
                    <a:pt x="699643" y="15875"/>
                  </a:cubicBezTo>
                  <a:lnTo>
                    <a:pt x="166751" y="15875"/>
                  </a:lnTo>
                  <a:lnTo>
                    <a:pt x="166751" y="7874"/>
                  </a:lnTo>
                  <a:lnTo>
                    <a:pt x="166751" y="15748"/>
                  </a:lnTo>
                  <a:cubicBezTo>
                    <a:pt x="83439" y="15875"/>
                    <a:pt x="15875" y="83439"/>
                    <a:pt x="15875" y="166751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956575" y="3085509"/>
            <a:ext cx="425206" cy="531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5"/>
              </a:lnSpc>
            </a:pPr>
            <a:r>
              <a:rPr lang="en-US" b="true" sz="331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71630" y="3043980"/>
            <a:ext cx="4502944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27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Manual interaction is slow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71630" y="3590334"/>
            <a:ext cx="8524132" cy="60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Clicking and typing takes too much time and effort.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844285" y="4757442"/>
            <a:ext cx="649786" cy="649786"/>
            <a:chOff x="0" y="0"/>
            <a:chExt cx="866381" cy="8663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7874" y="8001"/>
              <a:ext cx="850519" cy="850392"/>
            </a:xfrm>
            <a:custGeom>
              <a:avLst/>
              <a:gdLst/>
              <a:ahLst/>
              <a:cxnLst/>
              <a:rect r="r" b="b" t="t" l="l"/>
              <a:pathLst>
                <a:path h="850392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642"/>
                  </a:lnTo>
                  <a:cubicBezTo>
                    <a:pt x="850519" y="779272"/>
                    <a:pt x="779399" y="850392"/>
                    <a:pt x="691769" y="850392"/>
                  </a:cubicBezTo>
                  <a:lnTo>
                    <a:pt x="158877" y="850392"/>
                  </a:lnTo>
                  <a:cubicBezTo>
                    <a:pt x="71247" y="850392"/>
                    <a:pt x="127" y="779272"/>
                    <a:pt x="127" y="691642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66394" cy="866394"/>
            </a:xfrm>
            <a:custGeom>
              <a:avLst/>
              <a:gdLst/>
              <a:ahLst/>
              <a:cxnLst/>
              <a:rect r="r" b="b" t="t" l="l"/>
              <a:pathLst>
                <a:path h="866394" w="866394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cubicBezTo>
                    <a:pt x="791718" y="0"/>
                    <a:pt x="866394" y="74676"/>
                    <a:pt x="866394" y="166751"/>
                  </a:cubicBezTo>
                  <a:lnTo>
                    <a:pt x="866394" y="699643"/>
                  </a:lnTo>
                  <a:lnTo>
                    <a:pt x="858520" y="699643"/>
                  </a:lnTo>
                  <a:lnTo>
                    <a:pt x="866394" y="699643"/>
                  </a:lnTo>
                  <a:cubicBezTo>
                    <a:pt x="866394" y="791718"/>
                    <a:pt x="791718" y="866394"/>
                    <a:pt x="699643" y="866394"/>
                  </a:cubicBezTo>
                  <a:lnTo>
                    <a:pt x="699643" y="858520"/>
                  </a:lnTo>
                  <a:lnTo>
                    <a:pt x="699643" y="866394"/>
                  </a:lnTo>
                  <a:lnTo>
                    <a:pt x="166751" y="866394"/>
                  </a:lnTo>
                  <a:lnTo>
                    <a:pt x="166751" y="858520"/>
                  </a:lnTo>
                  <a:lnTo>
                    <a:pt x="166751" y="866394"/>
                  </a:lnTo>
                  <a:cubicBezTo>
                    <a:pt x="74676" y="866394"/>
                    <a:pt x="0" y="791718"/>
                    <a:pt x="0" y="699643"/>
                  </a:cubicBezTo>
                  <a:lnTo>
                    <a:pt x="0" y="166751"/>
                  </a:lnTo>
                  <a:lnTo>
                    <a:pt x="7874" y="166751"/>
                  </a:lnTo>
                  <a:lnTo>
                    <a:pt x="0" y="166751"/>
                  </a:lnTo>
                  <a:moveTo>
                    <a:pt x="15875" y="166751"/>
                  </a:moveTo>
                  <a:lnTo>
                    <a:pt x="15875" y="699643"/>
                  </a:lnTo>
                  <a:lnTo>
                    <a:pt x="7874" y="699643"/>
                  </a:lnTo>
                  <a:lnTo>
                    <a:pt x="15748" y="699643"/>
                  </a:lnTo>
                  <a:cubicBezTo>
                    <a:pt x="15748" y="782955"/>
                    <a:pt x="83312" y="850519"/>
                    <a:pt x="166624" y="850519"/>
                  </a:cubicBezTo>
                  <a:lnTo>
                    <a:pt x="699643" y="850519"/>
                  </a:lnTo>
                  <a:cubicBezTo>
                    <a:pt x="782955" y="850519"/>
                    <a:pt x="850519" y="782955"/>
                    <a:pt x="850519" y="699643"/>
                  </a:cubicBezTo>
                  <a:lnTo>
                    <a:pt x="850519" y="166751"/>
                  </a:lnTo>
                  <a:lnTo>
                    <a:pt x="858393" y="166751"/>
                  </a:lnTo>
                  <a:lnTo>
                    <a:pt x="850519" y="166751"/>
                  </a:lnTo>
                  <a:cubicBezTo>
                    <a:pt x="850519" y="83439"/>
                    <a:pt x="782955" y="15875"/>
                    <a:pt x="699643" y="15875"/>
                  </a:cubicBezTo>
                  <a:lnTo>
                    <a:pt x="166751" y="15875"/>
                  </a:lnTo>
                  <a:lnTo>
                    <a:pt x="166751" y="7874"/>
                  </a:lnTo>
                  <a:lnTo>
                    <a:pt x="166751" y="15748"/>
                  </a:lnTo>
                  <a:cubicBezTo>
                    <a:pt x="83439" y="15875"/>
                    <a:pt x="15875" y="83439"/>
                    <a:pt x="15875" y="166751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956575" y="4816526"/>
            <a:ext cx="425206" cy="531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5"/>
              </a:lnSpc>
            </a:pPr>
            <a:r>
              <a:rPr lang="en-US" b="true" sz="331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71630" y="4774997"/>
            <a:ext cx="6232179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27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Not understanding natural language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71630" y="5321351"/>
            <a:ext cx="8524132" cy="105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Current systems need exact commands. They don't get how humans naturally speak.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844285" y="6942087"/>
            <a:ext cx="649786" cy="649786"/>
            <a:chOff x="0" y="0"/>
            <a:chExt cx="866381" cy="86638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7874" y="8001"/>
              <a:ext cx="850519" cy="850392"/>
            </a:xfrm>
            <a:custGeom>
              <a:avLst/>
              <a:gdLst/>
              <a:ahLst/>
              <a:cxnLst/>
              <a:rect r="r" b="b" t="t" l="l"/>
              <a:pathLst>
                <a:path h="850392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642"/>
                  </a:lnTo>
                  <a:cubicBezTo>
                    <a:pt x="850519" y="779272"/>
                    <a:pt x="779399" y="850392"/>
                    <a:pt x="691769" y="850392"/>
                  </a:cubicBezTo>
                  <a:lnTo>
                    <a:pt x="158877" y="850392"/>
                  </a:lnTo>
                  <a:cubicBezTo>
                    <a:pt x="71247" y="850392"/>
                    <a:pt x="127" y="779272"/>
                    <a:pt x="127" y="691642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6394" cy="866394"/>
            </a:xfrm>
            <a:custGeom>
              <a:avLst/>
              <a:gdLst/>
              <a:ahLst/>
              <a:cxnLst/>
              <a:rect r="r" b="b" t="t" l="l"/>
              <a:pathLst>
                <a:path h="866394" w="866394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cubicBezTo>
                    <a:pt x="791718" y="0"/>
                    <a:pt x="866394" y="74676"/>
                    <a:pt x="866394" y="166751"/>
                  </a:cubicBezTo>
                  <a:lnTo>
                    <a:pt x="866394" y="699643"/>
                  </a:lnTo>
                  <a:lnTo>
                    <a:pt x="858520" y="699643"/>
                  </a:lnTo>
                  <a:lnTo>
                    <a:pt x="866394" y="699643"/>
                  </a:lnTo>
                  <a:cubicBezTo>
                    <a:pt x="866394" y="791718"/>
                    <a:pt x="791718" y="866394"/>
                    <a:pt x="699643" y="866394"/>
                  </a:cubicBezTo>
                  <a:lnTo>
                    <a:pt x="699643" y="858520"/>
                  </a:lnTo>
                  <a:lnTo>
                    <a:pt x="699643" y="866394"/>
                  </a:lnTo>
                  <a:lnTo>
                    <a:pt x="166751" y="866394"/>
                  </a:lnTo>
                  <a:lnTo>
                    <a:pt x="166751" y="858520"/>
                  </a:lnTo>
                  <a:lnTo>
                    <a:pt x="166751" y="866394"/>
                  </a:lnTo>
                  <a:cubicBezTo>
                    <a:pt x="74676" y="866394"/>
                    <a:pt x="0" y="791718"/>
                    <a:pt x="0" y="699643"/>
                  </a:cubicBezTo>
                  <a:lnTo>
                    <a:pt x="0" y="166751"/>
                  </a:lnTo>
                  <a:lnTo>
                    <a:pt x="7874" y="166751"/>
                  </a:lnTo>
                  <a:lnTo>
                    <a:pt x="0" y="166751"/>
                  </a:lnTo>
                  <a:moveTo>
                    <a:pt x="15875" y="166751"/>
                  </a:moveTo>
                  <a:lnTo>
                    <a:pt x="15875" y="699643"/>
                  </a:lnTo>
                  <a:lnTo>
                    <a:pt x="7874" y="699643"/>
                  </a:lnTo>
                  <a:lnTo>
                    <a:pt x="15748" y="699643"/>
                  </a:lnTo>
                  <a:cubicBezTo>
                    <a:pt x="15748" y="782955"/>
                    <a:pt x="83312" y="850519"/>
                    <a:pt x="166624" y="850519"/>
                  </a:cubicBezTo>
                  <a:lnTo>
                    <a:pt x="699643" y="850519"/>
                  </a:lnTo>
                  <a:cubicBezTo>
                    <a:pt x="782955" y="850519"/>
                    <a:pt x="850519" y="782955"/>
                    <a:pt x="850519" y="699643"/>
                  </a:cubicBezTo>
                  <a:lnTo>
                    <a:pt x="850519" y="166751"/>
                  </a:lnTo>
                  <a:lnTo>
                    <a:pt x="858393" y="166751"/>
                  </a:lnTo>
                  <a:lnTo>
                    <a:pt x="850519" y="166751"/>
                  </a:lnTo>
                  <a:cubicBezTo>
                    <a:pt x="850519" y="83439"/>
                    <a:pt x="782955" y="15875"/>
                    <a:pt x="699643" y="15875"/>
                  </a:cubicBezTo>
                  <a:lnTo>
                    <a:pt x="166751" y="15875"/>
                  </a:lnTo>
                  <a:lnTo>
                    <a:pt x="166751" y="7874"/>
                  </a:lnTo>
                  <a:lnTo>
                    <a:pt x="166751" y="15748"/>
                  </a:lnTo>
                  <a:cubicBezTo>
                    <a:pt x="83439" y="15875"/>
                    <a:pt x="15875" y="83439"/>
                    <a:pt x="15875" y="166751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956575" y="7001170"/>
            <a:ext cx="425206" cy="531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5"/>
              </a:lnSpc>
            </a:pPr>
            <a:r>
              <a:rPr lang="en-US" b="true" sz="331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71630" y="6959651"/>
            <a:ext cx="4316616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27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Need a smarter assistant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771630" y="7505995"/>
            <a:ext cx="8524132" cy="105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We need something that understands context and learns from user behaviour.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945634"/>
            <a:ext cx="7088238" cy="104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4"/>
              </a:lnSpc>
            </a:pPr>
            <a:r>
              <a:rPr lang="en-US" b="true" sz="556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Project 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408159"/>
            <a:ext cx="567033" cy="506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4004367"/>
            <a:ext cx="8009934" cy="38100"/>
            <a:chOff x="0" y="0"/>
            <a:chExt cx="10679913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4136527"/>
            <a:ext cx="4643142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27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Build AI assistant using ML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682881"/>
            <a:ext cx="8009934" cy="105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Create a system that learns from data and improves over time.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85684" y="3408159"/>
            <a:ext cx="567033" cy="506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85684" y="4004367"/>
            <a:ext cx="8010077" cy="38100"/>
            <a:chOff x="0" y="0"/>
            <a:chExt cx="10680103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80065" cy="50800"/>
            </a:xfrm>
            <a:custGeom>
              <a:avLst/>
              <a:gdLst/>
              <a:ahLst/>
              <a:cxnLst/>
              <a:rect r="r" b="b" t="t" l="l"/>
              <a:pathLst>
                <a:path h="50800" w="10680065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285684" y="4136527"/>
            <a:ext cx="3983536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27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Understand user intent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85684" y="4682881"/>
            <a:ext cx="8010077" cy="105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Make it understand what the user really wants, even with different wordings.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6086180"/>
            <a:ext cx="567033" cy="506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2238" y="6682378"/>
            <a:ext cx="8009934" cy="38100"/>
            <a:chOff x="0" y="0"/>
            <a:chExt cx="10679913" cy="50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92238" y="6814547"/>
            <a:ext cx="4316463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27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Perform real-world tasks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2238" y="7360891"/>
            <a:ext cx="8009934" cy="60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Actually open apps, search web, set alarms, not just talk.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85684" y="6086180"/>
            <a:ext cx="567033" cy="506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85684" y="6682378"/>
            <a:ext cx="8010077" cy="38100"/>
            <a:chOff x="0" y="0"/>
            <a:chExt cx="10680103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80065" cy="50800"/>
            </a:xfrm>
            <a:custGeom>
              <a:avLst/>
              <a:gdLst/>
              <a:ahLst/>
              <a:cxnLst/>
              <a:rect r="r" b="b" t="t" l="l"/>
              <a:pathLst>
                <a:path h="50800" w="10680065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285684" y="6814547"/>
            <a:ext cx="3680069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27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Add voice interaction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85684" y="7360891"/>
            <a:ext cx="8010077" cy="60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Make it respond to both voice commands and text input.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997573"/>
            <a:ext cx="7088238" cy="104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4"/>
              </a:lnSpc>
            </a:pPr>
            <a:r>
              <a:rPr lang="en-US" b="true" sz="556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Technologies Used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612509"/>
            <a:ext cx="708717" cy="708717"/>
            <a:chOff x="0" y="0"/>
            <a:chExt cx="944956" cy="944956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45007" cy="945007"/>
            </a:xfrm>
            <a:custGeom>
              <a:avLst/>
              <a:gdLst/>
              <a:ahLst/>
              <a:cxnLst/>
              <a:rect r="r" b="b" t="t" l="l"/>
              <a:pathLst>
                <a:path h="945007" w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5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055314" y="3526784"/>
            <a:ext cx="3544043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27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Python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55314" y="4073128"/>
            <a:ext cx="4135193" cy="105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Main programming language for ML and backend logic.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44866" y="3612509"/>
            <a:ext cx="708717" cy="708717"/>
            <a:chOff x="0" y="0"/>
            <a:chExt cx="944956" cy="944956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945007" cy="945007"/>
            </a:xfrm>
            <a:custGeom>
              <a:avLst/>
              <a:gdLst/>
              <a:ahLst/>
              <a:cxnLst/>
              <a:rect r="r" b="b" t="t" l="l"/>
              <a:pathLst>
                <a:path h="945007" w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5" b="5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607941" y="3526784"/>
            <a:ext cx="3544043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27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Flask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07941" y="4073128"/>
            <a:ext cx="4135193" cy="1513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Backend framework to connect frontend with ML model.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97493" y="3612509"/>
            <a:ext cx="708717" cy="708717"/>
            <a:chOff x="0" y="0"/>
            <a:chExt cx="944956" cy="944956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945007" cy="945007"/>
            </a:xfrm>
            <a:custGeom>
              <a:avLst/>
              <a:gdLst/>
              <a:ahLst/>
              <a:cxnLst/>
              <a:rect r="r" b="b" t="t" l="l"/>
              <a:pathLst>
                <a:path h="945007" w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5" b="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160578" y="3526784"/>
            <a:ext cx="3996185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27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HTML, CSS, JavaScript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60578" y="4073128"/>
            <a:ext cx="4135193" cy="105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Frontend to create interactive user interface.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238" y="6153445"/>
            <a:ext cx="708717" cy="708717"/>
            <a:chOff x="0" y="0"/>
            <a:chExt cx="944956" cy="944956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945007" cy="945007"/>
            </a:xfrm>
            <a:custGeom>
              <a:avLst/>
              <a:gdLst/>
              <a:ahLst/>
              <a:cxnLst/>
              <a:rect r="r" b="b" t="t" l="l"/>
              <a:pathLst>
                <a:path h="945007" w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5" b="5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055314" y="6067720"/>
            <a:ext cx="3544043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27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BERT Model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55314" y="6614074"/>
            <a:ext cx="4135193" cy="1513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Pre-trained ML model to understand natural language better.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544866" y="6153445"/>
            <a:ext cx="708717" cy="708717"/>
            <a:chOff x="0" y="0"/>
            <a:chExt cx="944956" cy="944956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945007" cy="945007"/>
            </a:xfrm>
            <a:custGeom>
              <a:avLst/>
              <a:gdLst/>
              <a:ahLst/>
              <a:cxnLst/>
              <a:rect r="r" b="b" t="t" l="l"/>
              <a:pathLst>
                <a:path h="945007" w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5" b="5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7607941" y="6067720"/>
            <a:ext cx="3544043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27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MASSIVE Dataset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07941" y="6614074"/>
            <a:ext cx="4135193" cy="105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Large collection of text to train the model properly.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2"/>
              <a:stretch>
                <a:fillRect l="-1487" t="0" r="-148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94905" y="4174436"/>
            <a:ext cx="687781" cy="687781"/>
            <a:chOff x="0" y="0"/>
            <a:chExt cx="917042" cy="917042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7067" cy="917067"/>
            </a:xfrm>
            <a:custGeom>
              <a:avLst/>
              <a:gdLst/>
              <a:ahLst/>
              <a:cxnLst/>
              <a:rect r="r" b="b" t="t" l="l"/>
              <a:pathLst>
                <a:path h="917067" w="917067">
                  <a:moveTo>
                    <a:pt x="0" y="0"/>
                  </a:moveTo>
                  <a:lnTo>
                    <a:pt x="917067" y="0"/>
                  </a:lnTo>
                  <a:lnTo>
                    <a:pt x="917067" y="917067"/>
                  </a:lnTo>
                  <a:lnTo>
                    <a:pt x="0" y="917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353470" y="4593765"/>
            <a:ext cx="687781" cy="687781"/>
            <a:chOff x="0" y="0"/>
            <a:chExt cx="917042" cy="917042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7067" cy="917067"/>
            </a:xfrm>
            <a:custGeom>
              <a:avLst/>
              <a:gdLst/>
              <a:ahLst/>
              <a:cxnLst/>
              <a:rect r="r" b="b" t="t" l="l"/>
              <a:pathLst>
                <a:path h="917067" w="917067">
                  <a:moveTo>
                    <a:pt x="0" y="0"/>
                  </a:moveTo>
                  <a:lnTo>
                    <a:pt x="917067" y="0"/>
                  </a:lnTo>
                  <a:lnTo>
                    <a:pt x="917067" y="917067"/>
                  </a:lnTo>
                  <a:lnTo>
                    <a:pt x="0" y="917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527723" y="5013103"/>
            <a:ext cx="687781" cy="687781"/>
            <a:chOff x="0" y="0"/>
            <a:chExt cx="917042" cy="917042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917067" cy="917067"/>
            </a:xfrm>
            <a:custGeom>
              <a:avLst/>
              <a:gdLst/>
              <a:ahLst/>
              <a:cxnLst/>
              <a:rect r="r" b="b" t="t" l="l"/>
              <a:pathLst>
                <a:path h="917067" w="917067">
                  <a:moveTo>
                    <a:pt x="0" y="0"/>
                  </a:moveTo>
                  <a:lnTo>
                    <a:pt x="917067" y="0"/>
                  </a:lnTo>
                  <a:lnTo>
                    <a:pt x="917067" y="917067"/>
                  </a:lnTo>
                  <a:lnTo>
                    <a:pt x="0" y="917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701757" y="5432431"/>
            <a:ext cx="687781" cy="687781"/>
            <a:chOff x="0" y="0"/>
            <a:chExt cx="917042" cy="91704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917067" cy="917067"/>
            </a:xfrm>
            <a:custGeom>
              <a:avLst/>
              <a:gdLst/>
              <a:ahLst/>
              <a:cxnLst/>
              <a:rect r="r" b="b" t="t" l="l"/>
              <a:pathLst>
                <a:path h="917067" w="917067">
                  <a:moveTo>
                    <a:pt x="0" y="0"/>
                  </a:moveTo>
                  <a:lnTo>
                    <a:pt x="917067" y="0"/>
                  </a:lnTo>
                  <a:lnTo>
                    <a:pt x="917067" y="917067"/>
                  </a:lnTo>
                  <a:lnTo>
                    <a:pt x="0" y="917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015722" y="5882716"/>
            <a:ext cx="687781" cy="687781"/>
            <a:chOff x="0" y="0"/>
            <a:chExt cx="917042" cy="91704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917067" cy="917067"/>
            </a:xfrm>
            <a:custGeom>
              <a:avLst/>
              <a:gdLst/>
              <a:ahLst/>
              <a:cxnLst/>
              <a:rect r="r" b="b" t="t" l="l"/>
              <a:pathLst>
                <a:path h="917067" w="917067">
                  <a:moveTo>
                    <a:pt x="0" y="0"/>
                  </a:moveTo>
                  <a:lnTo>
                    <a:pt x="917067" y="0"/>
                  </a:lnTo>
                  <a:lnTo>
                    <a:pt x="917067" y="917067"/>
                  </a:lnTo>
                  <a:lnTo>
                    <a:pt x="0" y="917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2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02264" y="291408"/>
            <a:ext cx="5001520" cy="7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9"/>
              </a:lnSpc>
            </a:pPr>
            <a:r>
              <a:rPr lang="en-US" b="true" sz="387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System Architecture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66055" y="9358160"/>
            <a:ext cx="13755738" cy="33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5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flow is simple: User gives command → System processes it → ML understands → Action happens → Response comes back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53091"/>
            <a:ext cx="7088238" cy="104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4"/>
              </a:lnSpc>
            </a:pPr>
            <a:r>
              <a:rPr lang="en-US" b="true" sz="556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Features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3188" y="2548985"/>
            <a:ext cx="8048025" cy="1747980"/>
            <a:chOff x="0" y="0"/>
            <a:chExt cx="10730700" cy="2330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10679938" cy="2279777"/>
            </a:xfrm>
            <a:custGeom>
              <a:avLst/>
              <a:gdLst/>
              <a:ahLst/>
              <a:cxnLst/>
              <a:rect r="r" b="b" t="t" l="l"/>
              <a:pathLst>
                <a:path h="2279777" w="10679938">
                  <a:moveTo>
                    <a:pt x="0" y="158750"/>
                  </a:moveTo>
                  <a:cubicBezTo>
                    <a:pt x="0" y="71120"/>
                    <a:pt x="72263" y="0"/>
                    <a:pt x="161544" y="0"/>
                  </a:cubicBezTo>
                  <a:lnTo>
                    <a:pt x="10518394" y="0"/>
                  </a:lnTo>
                  <a:cubicBezTo>
                    <a:pt x="10607548" y="0"/>
                    <a:pt x="10679938" y="71120"/>
                    <a:pt x="10679938" y="158750"/>
                  </a:cubicBezTo>
                  <a:lnTo>
                    <a:pt x="10679938" y="2121027"/>
                  </a:lnTo>
                  <a:cubicBezTo>
                    <a:pt x="10679938" y="2208657"/>
                    <a:pt x="10607675" y="2279777"/>
                    <a:pt x="10518394" y="2279777"/>
                  </a:cubicBezTo>
                  <a:lnTo>
                    <a:pt x="161544" y="2279777"/>
                  </a:lnTo>
                  <a:cubicBezTo>
                    <a:pt x="72390" y="2279777"/>
                    <a:pt x="0" y="2208657"/>
                    <a:pt x="0" y="212102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30738" cy="2330577"/>
            </a:xfrm>
            <a:custGeom>
              <a:avLst/>
              <a:gdLst/>
              <a:ahLst/>
              <a:cxnLst/>
              <a:rect r="r" b="b" t="t" l="l"/>
              <a:pathLst>
                <a:path h="2330577" w="10730738">
                  <a:moveTo>
                    <a:pt x="0" y="184150"/>
                  </a:moveTo>
                  <a:cubicBezTo>
                    <a:pt x="0" y="82042"/>
                    <a:pt x="84074" y="0"/>
                    <a:pt x="186944" y="0"/>
                  </a:cubicBezTo>
                  <a:lnTo>
                    <a:pt x="10543794" y="0"/>
                  </a:lnTo>
                  <a:lnTo>
                    <a:pt x="10543794" y="25400"/>
                  </a:lnTo>
                  <a:lnTo>
                    <a:pt x="10543794" y="0"/>
                  </a:lnTo>
                  <a:cubicBezTo>
                    <a:pt x="10646664" y="0"/>
                    <a:pt x="10730738" y="82042"/>
                    <a:pt x="10730738" y="184150"/>
                  </a:cubicBezTo>
                  <a:lnTo>
                    <a:pt x="10705338" y="184150"/>
                  </a:lnTo>
                  <a:lnTo>
                    <a:pt x="10730738" y="184150"/>
                  </a:lnTo>
                  <a:lnTo>
                    <a:pt x="10730738" y="2146427"/>
                  </a:lnTo>
                  <a:lnTo>
                    <a:pt x="10705338" y="2146427"/>
                  </a:lnTo>
                  <a:lnTo>
                    <a:pt x="10730738" y="2146427"/>
                  </a:lnTo>
                  <a:cubicBezTo>
                    <a:pt x="10730738" y="2248535"/>
                    <a:pt x="10646664" y="2330577"/>
                    <a:pt x="10543794" y="2330577"/>
                  </a:cubicBezTo>
                  <a:lnTo>
                    <a:pt x="10543794" y="2305177"/>
                  </a:lnTo>
                  <a:lnTo>
                    <a:pt x="10543794" y="2330577"/>
                  </a:lnTo>
                  <a:lnTo>
                    <a:pt x="186944" y="2330577"/>
                  </a:lnTo>
                  <a:lnTo>
                    <a:pt x="186944" y="2305177"/>
                  </a:lnTo>
                  <a:lnTo>
                    <a:pt x="186944" y="2330577"/>
                  </a:lnTo>
                  <a:cubicBezTo>
                    <a:pt x="84074" y="2330577"/>
                    <a:pt x="0" y="2248535"/>
                    <a:pt x="0" y="2146427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146427"/>
                  </a:lnTo>
                  <a:lnTo>
                    <a:pt x="25400" y="2146427"/>
                  </a:lnTo>
                  <a:lnTo>
                    <a:pt x="50800" y="2146427"/>
                  </a:lnTo>
                  <a:cubicBezTo>
                    <a:pt x="50800" y="2219706"/>
                    <a:pt x="111379" y="2279777"/>
                    <a:pt x="186944" y="2279777"/>
                  </a:cubicBezTo>
                  <a:lnTo>
                    <a:pt x="10543794" y="2279777"/>
                  </a:lnTo>
                  <a:cubicBezTo>
                    <a:pt x="10619359" y="2279777"/>
                    <a:pt x="10679938" y="2219706"/>
                    <a:pt x="10679938" y="2146427"/>
                  </a:cubicBezTo>
                  <a:lnTo>
                    <a:pt x="10679938" y="184150"/>
                  </a:lnTo>
                  <a:cubicBezTo>
                    <a:pt x="10679938" y="110871"/>
                    <a:pt x="10619359" y="50800"/>
                    <a:pt x="10543794" y="50800"/>
                  </a:cubicBezTo>
                  <a:lnTo>
                    <a:pt x="186944" y="50800"/>
                  </a:lnTo>
                  <a:lnTo>
                    <a:pt x="186944" y="25400"/>
                  </a:lnTo>
                  <a:lnTo>
                    <a:pt x="186944" y="50800"/>
                  </a:lnTo>
                  <a:cubicBezTo>
                    <a:pt x="111379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13859" y="2803922"/>
            <a:ext cx="3544043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27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Voice + Text Input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3859" y="3350266"/>
            <a:ext cx="7366692" cy="60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Speak or type your commands. Both work perfectly.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66634" y="2548985"/>
            <a:ext cx="8048168" cy="1747980"/>
            <a:chOff x="0" y="0"/>
            <a:chExt cx="10730890" cy="2330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25400"/>
              <a:ext cx="10680064" cy="2279777"/>
            </a:xfrm>
            <a:custGeom>
              <a:avLst/>
              <a:gdLst/>
              <a:ahLst/>
              <a:cxnLst/>
              <a:rect r="r" b="b" t="t" l="l"/>
              <a:pathLst>
                <a:path h="2279777" w="10680064">
                  <a:moveTo>
                    <a:pt x="0" y="158750"/>
                  </a:moveTo>
                  <a:cubicBezTo>
                    <a:pt x="0" y="71120"/>
                    <a:pt x="72263" y="0"/>
                    <a:pt x="161544" y="0"/>
                  </a:cubicBezTo>
                  <a:lnTo>
                    <a:pt x="10518521" y="0"/>
                  </a:lnTo>
                  <a:cubicBezTo>
                    <a:pt x="10607675" y="0"/>
                    <a:pt x="10680064" y="71120"/>
                    <a:pt x="10680064" y="158750"/>
                  </a:cubicBezTo>
                  <a:lnTo>
                    <a:pt x="10680064" y="2121027"/>
                  </a:lnTo>
                  <a:cubicBezTo>
                    <a:pt x="10680064" y="2208657"/>
                    <a:pt x="10607802" y="2279777"/>
                    <a:pt x="10518521" y="2279777"/>
                  </a:cubicBezTo>
                  <a:lnTo>
                    <a:pt x="161544" y="2279777"/>
                  </a:lnTo>
                  <a:cubicBezTo>
                    <a:pt x="72390" y="2279777"/>
                    <a:pt x="0" y="2208657"/>
                    <a:pt x="0" y="212102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30864" cy="2330577"/>
            </a:xfrm>
            <a:custGeom>
              <a:avLst/>
              <a:gdLst/>
              <a:ahLst/>
              <a:cxnLst/>
              <a:rect r="r" b="b" t="t" l="l"/>
              <a:pathLst>
                <a:path h="2330577" w="10730864">
                  <a:moveTo>
                    <a:pt x="0" y="184150"/>
                  </a:moveTo>
                  <a:cubicBezTo>
                    <a:pt x="0" y="82042"/>
                    <a:pt x="84074" y="0"/>
                    <a:pt x="186944" y="0"/>
                  </a:cubicBezTo>
                  <a:lnTo>
                    <a:pt x="10543921" y="0"/>
                  </a:lnTo>
                  <a:lnTo>
                    <a:pt x="10543921" y="25400"/>
                  </a:lnTo>
                  <a:lnTo>
                    <a:pt x="10543921" y="0"/>
                  </a:lnTo>
                  <a:cubicBezTo>
                    <a:pt x="10646790" y="0"/>
                    <a:pt x="10730864" y="82042"/>
                    <a:pt x="10730864" y="184150"/>
                  </a:cubicBezTo>
                  <a:lnTo>
                    <a:pt x="10705464" y="184150"/>
                  </a:lnTo>
                  <a:lnTo>
                    <a:pt x="10730864" y="184150"/>
                  </a:lnTo>
                  <a:lnTo>
                    <a:pt x="10730864" y="2146427"/>
                  </a:lnTo>
                  <a:lnTo>
                    <a:pt x="10705464" y="2146427"/>
                  </a:lnTo>
                  <a:lnTo>
                    <a:pt x="10730864" y="2146427"/>
                  </a:lnTo>
                  <a:cubicBezTo>
                    <a:pt x="10730864" y="2248535"/>
                    <a:pt x="10646790" y="2330577"/>
                    <a:pt x="10543921" y="2330577"/>
                  </a:cubicBezTo>
                  <a:lnTo>
                    <a:pt x="10543921" y="2305177"/>
                  </a:lnTo>
                  <a:lnTo>
                    <a:pt x="10543921" y="2330577"/>
                  </a:lnTo>
                  <a:lnTo>
                    <a:pt x="186944" y="2330577"/>
                  </a:lnTo>
                  <a:lnTo>
                    <a:pt x="186944" y="2305177"/>
                  </a:lnTo>
                  <a:lnTo>
                    <a:pt x="186944" y="2330577"/>
                  </a:lnTo>
                  <a:cubicBezTo>
                    <a:pt x="84074" y="2330577"/>
                    <a:pt x="0" y="2248535"/>
                    <a:pt x="0" y="2146427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146427"/>
                  </a:lnTo>
                  <a:lnTo>
                    <a:pt x="25400" y="2146427"/>
                  </a:lnTo>
                  <a:lnTo>
                    <a:pt x="50800" y="2146427"/>
                  </a:lnTo>
                  <a:cubicBezTo>
                    <a:pt x="50800" y="2219706"/>
                    <a:pt x="111379" y="2279777"/>
                    <a:pt x="186944" y="2279777"/>
                  </a:cubicBezTo>
                  <a:lnTo>
                    <a:pt x="10543921" y="2279777"/>
                  </a:lnTo>
                  <a:cubicBezTo>
                    <a:pt x="10619486" y="2279777"/>
                    <a:pt x="10680064" y="2219706"/>
                    <a:pt x="10680064" y="2146427"/>
                  </a:cubicBezTo>
                  <a:lnTo>
                    <a:pt x="10680064" y="184150"/>
                  </a:lnTo>
                  <a:cubicBezTo>
                    <a:pt x="10680064" y="110871"/>
                    <a:pt x="10619486" y="50800"/>
                    <a:pt x="10543921" y="50800"/>
                  </a:cubicBezTo>
                  <a:lnTo>
                    <a:pt x="186944" y="50800"/>
                  </a:lnTo>
                  <a:lnTo>
                    <a:pt x="186944" y="25400"/>
                  </a:lnTo>
                  <a:lnTo>
                    <a:pt x="186944" y="50800"/>
                  </a:lnTo>
                  <a:cubicBezTo>
                    <a:pt x="111379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607306" y="2803922"/>
            <a:ext cx="3544043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27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Open Applications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07306" y="3350266"/>
            <a:ext cx="7366845" cy="60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Can launch apps like browser, calculator, or editor.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73188" y="4542387"/>
            <a:ext cx="8048025" cy="2201608"/>
            <a:chOff x="0" y="0"/>
            <a:chExt cx="10730700" cy="29354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5400" y="25400"/>
              <a:ext cx="10679938" cy="2884678"/>
            </a:xfrm>
            <a:custGeom>
              <a:avLst/>
              <a:gdLst/>
              <a:ahLst/>
              <a:cxnLst/>
              <a:rect r="r" b="b" t="t" l="l"/>
              <a:pathLst>
                <a:path h="2884678" w="10679938">
                  <a:moveTo>
                    <a:pt x="0" y="158750"/>
                  </a:moveTo>
                  <a:cubicBezTo>
                    <a:pt x="0" y="71120"/>
                    <a:pt x="72009" y="0"/>
                    <a:pt x="160782" y="0"/>
                  </a:cubicBezTo>
                  <a:lnTo>
                    <a:pt x="10519156" y="0"/>
                  </a:lnTo>
                  <a:cubicBezTo>
                    <a:pt x="10607929" y="0"/>
                    <a:pt x="10679938" y="71120"/>
                    <a:pt x="10679938" y="158750"/>
                  </a:cubicBezTo>
                  <a:lnTo>
                    <a:pt x="10679938" y="2725928"/>
                  </a:lnTo>
                  <a:cubicBezTo>
                    <a:pt x="10679938" y="2813558"/>
                    <a:pt x="10607929" y="2884678"/>
                    <a:pt x="10519156" y="2884678"/>
                  </a:cubicBezTo>
                  <a:lnTo>
                    <a:pt x="160782" y="2884678"/>
                  </a:lnTo>
                  <a:cubicBezTo>
                    <a:pt x="72009" y="2884678"/>
                    <a:pt x="0" y="2813558"/>
                    <a:pt x="0" y="27259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30738" cy="2935478"/>
            </a:xfrm>
            <a:custGeom>
              <a:avLst/>
              <a:gdLst/>
              <a:ahLst/>
              <a:cxnLst/>
              <a:rect r="r" b="b" t="t" l="l"/>
              <a:pathLst>
                <a:path h="2935478" w="10730738">
                  <a:moveTo>
                    <a:pt x="0" y="184150"/>
                  </a:moveTo>
                  <a:cubicBezTo>
                    <a:pt x="0" y="82169"/>
                    <a:pt x="83693" y="0"/>
                    <a:pt x="186182" y="0"/>
                  </a:cubicBezTo>
                  <a:lnTo>
                    <a:pt x="10544556" y="0"/>
                  </a:lnTo>
                  <a:lnTo>
                    <a:pt x="10544556" y="25400"/>
                  </a:lnTo>
                  <a:lnTo>
                    <a:pt x="10544556" y="0"/>
                  </a:lnTo>
                  <a:cubicBezTo>
                    <a:pt x="10647045" y="0"/>
                    <a:pt x="10730738" y="82169"/>
                    <a:pt x="10730738" y="184150"/>
                  </a:cubicBezTo>
                  <a:lnTo>
                    <a:pt x="10705338" y="184150"/>
                  </a:lnTo>
                  <a:lnTo>
                    <a:pt x="10730738" y="184150"/>
                  </a:lnTo>
                  <a:lnTo>
                    <a:pt x="10730738" y="2751328"/>
                  </a:lnTo>
                  <a:lnTo>
                    <a:pt x="10705338" y="2751328"/>
                  </a:lnTo>
                  <a:lnTo>
                    <a:pt x="10730738" y="2751328"/>
                  </a:lnTo>
                  <a:cubicBezTo>
                    <a:pt x="10730738" y="2853309"/>
                    <a:pt x="10647045" y="2935478"/>
                    <a:pt x="10544556" y="2935478"/>
                  </a:cubicBezTo>
                  <a:lnTo>
                    <a:pt x="10544556" y="2910078"/>
                  </a:lnTo>
                  <a:lnTo>
                    <a:pt x="10544556" y="2935478"/>
                  </a:lnTo>
                  <a:lnTo>
                    <a:pt x="186182" y="2935478"/>
                  </a:lnTo>
                  <a:lnTo>
                    <a:pt x="186182" y="2910078"/>
                  </a:lnTo>
                  <a:lnTo>
                    <a:pt x="186182" y="2935478"/>
                  </a:lnTo>
                  <a:cubicBezTo>
                    <a:pt x="83693" y="2935478"/>
                    <a:pt x="0" y="2853309"/>
                    <a:pt x="0" y="2751328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751328"/>
                  </a:lnTo>
                  <a:lnTo>
                    <a:pt x="25400" y="2751328"/>
                  </a:lnTo>
                  <a:lnTo>
                    <a:pt x="50800" y="2751328"/>
                  </a:lnTo>
                  <a:cubicBezTo>
                    <a:pt x="50800" y="2824734"/>
                    <a:pt x="111125" y="2884678"/>
                    <a:pt x="186182" y="2884678"/>
                  </a:cubicBezTo>
                  <a:lnTo>
                    <a:pt x="10544556" y="2884678"/>
                  </a:lnTo>
                  <a:cubicBezTo>
                    <a:pt x="10619613" y="2884678"/>
                    <a:pt x="10679938" y="2824607"/>
                    <a:pt x="10679938" y="2751328"/>
                  </a:cubicBezTo>
                  <a:lnTo>
                    <a:pt x="10679938" y="184150"/>
                  </a:lnTo>
                  <a:cubicBezTo>
                    <a:pt x="10679938" y="110744"/>
                    <a:pt x="10619613" y="50800"/>
                    <a:pt x="10544556" y="50800"/>
                  </a:cubicBezTo>
                  <a:lnTo>
                    <a:pt x="186182" y="50800"/>
                  </a:lnTo>
                  <a:lnTo>
                    <a:pt x="186182" y="25400"/>
                  </a:lnTo>
                  <a:lnTo>
                    <a:pt x="186182" y="50800"/>
                  </a:lnTo>
                  <a:cubicBezTo>
                    <a:pt x="111125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313859" y="4797323"/>
            <a:ext cx="3544043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27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Web Search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3859" y="5343677"/>
            <a:ext cx="7366692" cy="105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Search Google and get results without opening browser.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66634" y="4542387"/>
            <a:ext cx="8048168" cy="2201608"/>
            <a:chOff x="0" y="0"/>
            <a:chExt cx="10730890" cy="29354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5400" y="25400"/>
              <a:ext cx="10680064" cy="2884678"/>
            </a:xfrm>
            <a:custGeom>
              <a:avLst/>
              <a:gdLst/>
              <a:ahLst/>
              <a:cxnLst/>
              <a:rect r="r" b="b" t="t" l="l"/>
              <a:pathLst>
                <a:path h="2884678" w="10680064">
                  <a:moveTo>
                    <a:pt x="0" y="158750"/>
                  </a:moveTo>
                  <a:cubicBezTo>
                    <a:pt x="0" y="71120"/>
                    <a:pt x="72009" y="0"/>
                    <a:pt x="160782" y="0"/>
                  </a:cubicBezTo>
                  <a:lnTo>
                    <a:pt x="10519283" y="0"/>
                  </a:lnTo>
                  <a:cubicBezTo>
                    <a:pt x="10608056" y="0"/>
                    <a:pt x="10680064" y="71120"/>
                    <a:pt x="10680064" y="158750"/>
                  </a:cubicBezTo>
                  <a:lnTo>
                    <a:pt x="10680064" y="2725928"/>
                  </a:lnTo>
                  <a:cubicBezTo>
                    <a:pt x="10680064" y="2813558"/>
                    <a:pt x="10608056" y="2884678"/>
                    <a:pt x="10519283" y="2884678"/>
                  </a:cubicBezTo>
                  <a:lnTo>
                    <a:pt x="160782" y="2884678"/>
                  </a:lnTo>
                  <a:cubicBezTo>
                    <a:pt x="72009" y="2884678"/>
                    <a:pt x="0" y="2813558"/>
                    <a:pt x="0" y="27259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30864" cy="2935478"/>
            </a:xfrm>
            <a:custGeom>
              <a:avLst/>
              <a:gdLst/>
              <a:ahLst/>
              <a:cxnLst/>
              <a:rect r="r" b="b" t="t" l="l"/>
              <a:pathLst>
                <a:path h="2935478" w="10730864">
                  <a:moveTo>
                    <a:pt x="0" y="184150"/>
                  </a:moveTo>
                  <a:cubicBezTo>
                    <a:pt x="0" y="82169"/>
                    <a:pt x="83693" y="0"/>
                    <a:pt x="186182" y="0"/>
                  </a:cubicBezTo>
                  <a:lnTo>
                    <a:pt x="10544683" y="0"/>
                  </a:lnTo>
                  <a:lnTo>
                    <a:pt x="10544683" y="25400"/>
                  </a:lnTo>
                  <a:lnTo>
                    <a:pt x="10544683" y="0"/>
                  </a:lnTo>
                  <a:cubicBezTo>
                    <a:pt x="10647172" y="0"/>
                    <a:pt x="10730864" y="82169"/>
                    <a:pt x="10730864" y="184150"/>
                  </a:cubicBezTo>
                  <a:lnTo>
                    <a:pt x="10705464" y="184150"/>
                  </a:lnTo>
                  <a:lnTo>
                    <a:pt x="10730864" y="184150"/>
                  </a:lnTo>
                  <a:lnTo>
                    <a:pt x="10730864" y="2751328"/>
                  </a:lnTo>
                  <a:lnTo>
                    <a:pt x="10705464" y="2751328"/>
                  </a:lnTo>
                  <a:lnTo>
                    <a:pt x="10730864" y="2751328"/>
                  </a:lnTo>
                  <a:cubicBezTo>
                    <a:pt x="10730864" y="2853309"/>
                    <a:pt x="10647172" y="2935478"/>
                    <a:pt x="10544683" y="2935478"/>
                  </a:cubicBezTo>
                  <a:lnTo>
                    <a:pt x="10544683" y="2910078"/>
                  </a:lnTo>
                  <a:lnTo>
                    <a:pt x="10544683" y="2935478"/>
                  </a:lnTo>
                  <a:lnTo>
                    <a:pt x="186182" y="2935478"/>
                  </a:lnTo>
                  <a:lnTo>
                    <a:pt x="186182" y="2910078"/>
                  </a:lnTo>
                  <a:lnTo>
                    <a:pt x="186182" y="2935478"/>
                  </a:lnTo>
                  <a:cubicBezTo>
                    <a:pt x="83693" y="2935478"/>
                    <a:pt x="0" y="2853309"/>
                    <a:pt x="0" y="2751328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751328"/>
                  </a:lnTo>
                  <a:lnTo>
                    <a:pt x="25400" y="2751328"/>
                  </a:lnTo>
                  <a:lnTo>
                    <a:pt x="50800" y="2751328"/>
                  </a:lnTo>
                  <a:cubicBezTo>
                    <a:pt x="50800" y="2824734"/>
                    <a:pt x="111125" y="2884678"/>
                    <a:pt x="186182" y="2884678"/>
                  </a:cubicBezTo>
                  <a:lnTo>
                    <a:pt x="10544683" y="2884678"/>
                  </a:lnTo>
                  <a:cubicBezTo>
                    <a:pt x="10619739" y="2884678"/>
                    <a:pt x="10680064" y="2824607"/>
                    <a:pt x="10680064" y="2751328"/>
                  </a:cubicBezTo>
                  <a:lnTo>
                    <a:pt x="10680064" y="184150"/>
                  </a:lnTo>
                  <a:cubicBezTo>
                    <a:pt x="10680064" y="110744"/>
                    <a:pt x="10619739" y="50800"/>
                    <a:pt x="10544683" y="50800"/>
                  </a:cubicBezTo>
                  <a:lnTo>
                    <a:pt x="186182" y="50800"/>
                  </a:lnTo>
                  <a:lnTo>
                    <a:pt x="186182" y="25400"/>
                  </a:lnTo>
                  <a:lnTo>
                    <a:pt x="186182" y="50800"/>
                  </a:lnTo>
                  <a:cubicBezTo>
                    <a:pt x="111125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607306" y="4797323"/>
            <a:ext cx="3544043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27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Calculator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07306" y="5343677"/>
            <a:ext cx="7366845" cy="60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Solve math problems by just speaking the equation.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73188" y="6989416"/>
            <a:ext cx="8048025" cy="2201608"/>
            <a:chOff x="0" y="0"/>
            <a:chExt cx="10730700" cy="293547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25400" y="25400"/>
              <a:ext cx="10679938" cy="2884678"/>
            </a:xfrm>
            <a:custGeom>
              <a:avLst/>
              <a:gdLst/>
              <a:ahLst/>
              <a:cxnLst/>
              <a:rect r="r" b="b" t="t" l="l"/>
              <a:pathLst>
                <a:path h="2884678" w="10679938">
                  <a:moveTo>
                    <a:pt x="0" y="158750"/>
                  </a:moveTo>
                  <a:cubicBezTo>
                    <a:pt x="0" y="71120"/>
                    <a:pt x="72009" y="0"/>
                    <a:pt x="160782" y="0"/>
                  </a:cubicBezTo>
                  <a:lnTo>
                    <a:pt x="10519156" y="0"/>
                  </a:lnTo>
                  <a:cubicBezTo>
                    <a:pt x="10607929" y="0"/>
                    <a:pt x="10679938" y="71120"/>
                    <a:pt x="10679938" y="158750"/>
                  </a:cubicBezTo>
                  <a:lnTo>
                    <a:pt x="10679938" y="2725928"/>
                  </a:lnTo>
                  <a:cubicBezTo>
                    <a:pt x="10679938" y="2813558"/>
                    <a:pt x="10607929" y="2884678"/>
                    <a:pt x="10519156" y="2884678"/>
                  </a:cubicBezTo>
                  <a:lnTo>
                    <a:pt x="160782" y="2884678"/>
                  </a:lnTo>
                  <a:cubicBezTo>
                    <a:pt x="72009" y="2884678"/>
                    <a:pt x="0" y="2813558"/>
                    <a:pt x="0" y="27259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30738" cy="2935478"/>
            </a:xfrm>
            <a:custGeom>
              <a:avLst/>
              <a:gdLst/>
              <a:ahLst/>
              <a:cxnLst/>
              <a:rect r="r" b="b" t="t" l="l"/>
              <a:pathLst>
                <a:path h="2935478" w="10730738">
                  <a:moveTo>
                    <a:pt x="0" y="184150"/>
                  </a:moveTo>
                  <a:cubicBezTo>
                    <a:pt x="0" y="82169"/>
                    <a:pt x="83693" y="0"/>
                    <a:pt x="186182" y="0"/>
                  </a:cubicBezTo>
                  <a:lnTo>
                    <a:pt x="10544556" y="0"/>
                  </a:lnTo>
                  <a:lnTo>
                    <a:pt x="10544556" y="25400"/>
                  </a:lnTo>
                  <a:lnTo>
                    <a:pt x="10544556" y="0"/>
                  </a:lnTo>
                  <a:cubicBezTo>
                    <a:pt x="10647045" y="0"/>
                    <a:pt x="10730738" y="82169"/>
                    <a:pt x="10730738" y="184150"/>
                  </a:cubicBezTo>
                  <a:lnTo>
                    <a:pt x="10705338" y="184150"/>
                  </a:lnTo>
                  <a:lnTo>
                    <a:pt x="10730738" y="184150"/>
                  </a:lnTo>
                  <a:lnTo>
                    <a:pt x="10730738" y="2751328"/>
                  </a:lnTo>
                  <a:lnTo>
                    <a:pt x="10705338" y="2751328"/>
                  </a:lnTo>
                  <a:lnTo>
                    <a:pt x="10730738" y="2751328"/>
                  </a:lnTo>
                  <a:cubicBezTo>
                    <a:pt x="10730738" y="2853309"/>
                    <a:pt x="10647045" y="2935478"/>
                    <a:pt x="10544556" y="2935478"/>
                  </a:cubicBezTo>
                  <a:lnTo>
                    <a:pt x="10544556" y="2910078"/>
                  </a:lnTo>
                  <a:lnTo>
                    <a:pt x="10544556" y="2935478"/>
                  </a:lnTo>
                  <a:lnTo>
                    <a:pt x="186182" y="2935478"/>
                  </a:lnTo>
                  <a:lnTo>
                    <a:pt x="186182" y="2910078"/>
                  </a:lnTo>
                  <a:lnTo>
                    <a:pt x="186182" y="2935478"/>
                  </a:lnTo>
                  <a:cubicBezTo>
                    <a:pt x="83693" y="2935478"/>
                    <a:pt x="0" y="2853309"/>
                    <a:pt x="0" y="2751328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751328"/>
                  </a:lnTo>
                  <a:lnTo>
                    <a:pt x="25400" y="2751328"/>
                  </a:lnTo>
                  <a:lnTo>
                    <a:pt x="50800" y="2751328"/>
                  </a:lnTo>
                  <a:cubicBezTo>
                    <a:pt x="50800" y="2824734"/>
                    <a:pt x="111125" y="2884678"/>
                    <a:pt x="186182" y="2884678"/>
                  </a:cubicBezTo>
                  <a:lnTo>
                    <a:pt x="10544556" y="2884678"/>
                  </a:lnTo>
                  <a:cubicBezTo>
                    <a:pt x="10619613" y="2884678"/>
                    <a:pt x="10679938" y="2824607"/>
                    <a:pt x="10679938" y="2751328"/>
                  </a:cubicBezTo>
                  <a:lnTo>
                    <a:pt x="10679938" y="184150"/>
                  </a:lnTo>
                  <a:cubicBezTo>
                    <a:pt x="10679938" y="110744"/>
                    <a:pt x="10619613" y="50800"/>
                    <a:pt x="10544556" y="50800"/>
                  </a:cubicBezTo>
                  <a:lnTo>
                    <a:pt x="186182" y="50800"/>
                  </a:lnTo>
                  <a:lnTo>
                    <a:pt x="186182" y="25400"/>
                  </a:lnTo>
                  <a:lnTo>
                    <a:pt x="186182" y="50800"/>
                  </a:lnTo>
                  <a:cubicBezTo>
                    <a:pt x="111125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313859" y="7244353"/>
            <a:ext cx="3544043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27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Set Alarm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13859" y="7790707"/>
            <a:ext cx="7366692" cy="105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Schedule alarms and reminders using voice commands.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266634" y="6989416"/>
            <a:ext cx="8048168" cy="2201608"/>
            <a:chOff x="0" y="0"/>
            <a:chExt cx="10730890" cy="293547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25400" y="25400"/>
              <a:ext cx="10680064" cy="2884678"/>
            </a:xfrm>
            <a:custGeom>
              <a:avLst/>
              <a:gdLst/>
              <a:ahLst/>
              <a:cxnLst/>
              <a:rect r="r" b="b" t="t" l="l"/>
              <a:pathLst>
                <a:path h="2884678" w="10680064">
                  <a:moveTo>
                    <a:pt x="0" y="158750"/>
                  </a:moveTo>
                  <a:cubicBezTo>
                    <a:pt x="0" y="71120"/>
                    <a:pt x="72009" y="0"/>
                    <a:pt x="160782" y="0"/>
                  </a:cubicBezTo>
                  <a:lnTo>
                    <a:pt x="10519283" y="0"/>
                  </a:lnTo>
                  <a:cubicBezTo>
                    <a:pt x="10608056" y="0"/>
                    <a:pt x="10680064" y="71120"/>
                    <a:pt x="10680064" y="158750"/>
                  </a:cubicBezTo>
                  <a:lnTo>
                    <a:pt x="10680064" y="2725928"/>
                  </a:lnTo>
                  <a:cubicBezTo>
                    <a:pt x="10680064" y="2813558"/>
                    <a:pt x="10608056" y="2884678"/>
                    <a:pt x="10519283" y="2884678"/>
                  </a:cubicBezTo>
                  <a:lnTo>
                    <a:pt x="160782" y="2884678"/>
                  </a:lnTo>
                  <a:cubicBezTo>
                    <a:pt x="72009" y="2884678"/>
                    <a:pt x="0" y="2813558"/>
                    <a:pt x="0" y="27259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30864" cy="2935478"/>
            </a:xfrm>
            <a:custGeom>
              <a:avLst/>
              <a:gdLst/>
              <a:ahLst/>
              <a:cxnLst/>
              <a:rect r="r" b="b" t="t" l="l"/>
              <a:pathLst>
                <a:path h="2935478" w="10730864">
                  <a:moveTo>
                    <a:pt x="0" y="184150"/>
                  </a:moveTo>
                  <a:cubicBezTo>
                    <a:pt x="0" y="82169"/>
                    <a:pt x="83693" y="0"/>
                    <a:pt x="186182" y="0"/>
                  </a:cubicBezTo>
                  <a:lnTo>
                    <a:pt x="10544683" y="0"/>
                  </a:lnTo>
                  <a:lnTo>
                    <a:pt x="10544683" y="25400"/>
                  </a:lnTo>
                  <a:lnTo>
                    <a:pt x="10544683" y="0"/>
                  </a:lnTo>
                  <a:cubicBezTo>
                    <a:pt x="10647172" y="0"/>
                    <a:pt x="10730864" y="82169"/>
                    <a:pt x="10730864" y="184150"/>
                  </a:cubicBezTo>
                  <a:lnTo>
                    <a:pt x="10705464" y="184150"/>
                  </a:lnTo>
                  <a:lnTo>
                    <a:pt x="10730864" y="184150"/>
                  </a:lnTo>
                  <a:lnTo>
                    <a:pt x="10730864" y="2751328"/>
                  </a:lnTo>
                  <a:lnTo>
                    <a:pt x="10705464" y="2751328"/>
                  </a:lnTo>
                  <a:lnTo>
                    <a:pt x="10730864" y="2751328"/>
                  </a:lnTo>
                  <a:cubicBezTo>
                    <a:pt x="10730864" y="2853309"/>
                    <a:pt x="10647172" y="2935478"/>
                    <a:pt x="10544683" y="2935478"/>
                  </a:cubicBezTo>
                  <a:lnTo>
                    <a:pt x="10544683" y="2910078"/>
                  </a:lnTo>
                  <a:lnTo>
                    <a:pt x="10544683" y="2935478"/>
                  </a:lnTo>
                  <a:lnTo>
                    <a:pt x="186182" y="2935478"/>
                  </a:lnTo>
                  <a:lnTo>
                    <a:pt x="186182" y="2910078"/>
                  </a:lnTo>
                  <a:lnTo>
                    <a:pt x="186182" y="2935478"/>
                  </a:lnTo>
                  <a:cubicBezTo>
                    <a:pt x="83693" y="2935478"/>
                    <a:pt x="0" y="2853309"/>
                    <a:pt x="0" y="2751328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751328"/>
                  </a:lnTo>
                  <a:lnTo>
                    <a:pt x="25400" y="2751328"/>
                  </a:lnTo>
                  <a:lnTo>
                    <a:pt x="50800" y="2751328"/>
                  </a:lnTo>
                  <a:cubicBezTo>
                    <a:pt x="50800" y="2824734"/>
                    <a:pt x="111125" y="2884678"/>
                    <a:pt x="186182" y="2884678"/>
                  </a:cubicBezTo>
                  <a:lnTo>
                    <a:pt x="10544683" y="2884678"/>
                  </a:lnTo>
                  <a:cubicBezTo>
                    <a:pt x="10619739" y="2884678"/>
                    <a:pt x="10680064" y="2824607"/>
                    <a:pt x="10680064" y="2751328"/>
                  </a:cubicBezTo>
                  <a:lnTo>
                    <a:pt x="10680064" y="184150"/>
                  </a:lnTo>
                  <a:cubicBezTo>
                    <a:pt x="10680064" y="110744"/>
                    <a:pt x="10619739" y="50800"/>
                    <a:pt x="10544683" y="50800"/>
                  </a:cubicBezTo>
                  <a:lnTo>
                    <a:pt x="186182" y="50800"/>
                  </a:lnTo>
                  <a:lnTo>
                    <a:pt x="186182" y="25400"/>
                  </a:lnTo>
                  <a:lnTo>
                    <a:pt x="186182" y="50800"/>
                  </a:lnTo>
                  <a:cubicBezTo>
                    <a:pt x="111125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607306" y="7244353"/>
            <a:ext cx="3544043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27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Basic Personality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607306" y="7790707"/>
            <a:ext cx="7366845" cy="60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Responds with friendly tone and simple conversations.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715520"/>
            <a:ext cx="9543602" cy="104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4"/>
              </a:lnSpc>
            </a:pPr>
            <a:r>
              <a:rPr lang="en-US" b="true" sz="556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Results &amp; Challenges Faced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386415"/>
            <a:ext cx="1918097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275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Successes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046164"/>
            <a:ext cx="7805890" cy="2264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4274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Commands working successfully</a:t>
            </a:r>
          </a:p>
          <a:p>
            <a:pPr algn="l" marL="329902" indent="-164951" lvl="1">
              <a:lnSpc>
                <a:spcPts val="4274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Voice recognition functional</a:t>
            </a:r>
          </a:p>
          <a:p>
            <a:pPr algn="l" marL="329902" indent="-164951" lvl="1">
              <a:lnSpc>
                <a:spcPts val="4274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Good response accuracy</a:t>
            </a:r>
          </a:p>
          <a:p>
            <a:pPr algn="l" marL="329902" indent="-164951" lvl="1">
              <a:lnSpc>
                <a:spcPts val="4274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Fast processing time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99397" y="4386415"/>
            <a:ext cx="189357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275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Challenges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9397" y="5046164"/>
            <a:ext cx="7805890" cy="2264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4274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Model training took time</a:t>
            </a:r>
          </a:p>
          <a:p>
            <a:pPr algn="l" marL="329902" indent="-164951" lvl="1">
              <a:lnSpc>
                <a:spcPts val="4274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Backend-frontend integration issues</a:t>
            </a:r>
          </a:p>
          <a:p>
            <a:pPr algn="l" marL="329902" indent="-164951" lvl="1">
              <a:lnSpc>
                <a:spcPts val="4274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Voice errors in noisy environments</a:t>
            </a:r>
          </a:p>
          <a:p>
            <a:pPr algn="l" marL="329902" indent="-164951" lvl="1">
              <a:lnSpc>
                <a:spcPts val="4274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Understanding different accents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3283" y="1856547"/>
            <a:ext cx="13450876" cy="7108644"/>
          </a:xfrm>
          <a:custGeom>
            <a:avLst/>
            <a:gdLst/>
            <a:ahLst/>
            <a:cxnLst/>
            <a:rect r="r" b="b" t="t" l="l"/>
            <a:pathLst>
              <a:path h="7108644" w="13450876">
                <a:moveTo>
                  <a:pt x="0" y="0"/>
                </a:moveTo>
                <a:lnTo>
                  <a:pt x="13450876" y="0"/>
                </a:lnTo>
                <a:lnTo>
                  <a:pt x="13450876" y="7108643"/>
                </a:lnTo>
                <a:lnTo>
                  <a:pt x="0" y="7108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43283" y="547535"/>
            <a:ext cx="3784997" cy="809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9"/>
              </a:lnSpc>
            </a:pPr>
            <a:r>
              <a:rPr lang="en-US" b="true" sz="456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Proof of work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3283" y="1795676"/>
            <a:ext cx="15318329" cy="8067381"/>
          </a:xfrm>
          <a:custGeom>
            <a:avLst/>
            <a:gdLst/>
            <a:ahLst/>
            <a:cxnLst/>
            <a:rect r="r" b="b" t="t" l="l"/>
            <a:pathLst>
              <a:path h="8067381" w="15318329">
                <a:moveTo>
                  <a:pt x="0" y="0"/>
                </a:moveTo>
                <a:lnTo>
                  <a:pt x="15318329" y="0"/>
                </a:lnTo>
                <a:lnTo>
                  <a:pt x="15318329" y="8067381"/>
                </a:lnTo>
                <a:lnTo>
                  <a:pt x="0" y="80673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04" r="0" b="-404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3283" y="547535"/>
            <a:ext cx="7706468" cy="857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9"/>
              </a:lnSpc>
            </a:pPr>
            <a:r>
              <a:rPr lang="en-US" b="true" sz="456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Conclusion &amp; Future Scope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72188" y="2140144"/>
            <a:ext cx="246612" cy="1068438"/>
            <a:chOff x="0" y="0"/>
            <a:chExt cx="328816" cy="14245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7874" y="7874"/>
              <a:ext cx="312928" cy="1408811"/>
            </a:xfrm>
            <a:custGeom>
              <a:avLst/>
              <a:gdLst/>
              <a:ahLst/>
              <a:cxnLst/>
              <a:rect r="r" b="b" t="t" l="l"/>
              <a:pathLst>
                <a:path h="1408811" w="312928">
                  <a:moveTo>
                    <a:pt x="0" y="136652"/>
                  </a:moveTo>
                  <a:cubicBezTo>
                    <a:pt x="0" y="61214"/>
                    <a:pt x="58928" y="0"/>
                    <a:pt x="131572" y="0"/>
                  </a:cubicBezTo>
                  <a:lnTo>
                    <a:pt x="181483" y="0"/>
                  </a:lnTo>
                  <a:cubicBezTo>
                    <a:pt x="254127" y="0"/>
                    <a:pt x="312928" y="61214"/>
                    <a:pt x="312928" y="136652"/>
                  </a:cubicBezTo>
                  <a:lnTo>
                    <a:pt x="312928" y="1272159"/>
                  </a:lnTo>
                  <a:cubicBezTo>
                    <a:pt x="312928" y="1347597"/>
                    <a:pt x="254000" y="1408811"/>
                    <a:pt x="181483" y="1408811"/>
                  </a:cubicBezTo>
                  <a:lnTo>
                    <a:pt x="131572" y="1408811"/>
                  </a:lnTo>
                  <a:cubicBezTo>
                    <a:pt x="58928" y="1408811"/>
                    <a:pt x="127" y="1347597"/>
                    <a:pt x="127" y="127215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8803" cy="1424559"/>
            </a:xfrm>
            <a:custGeom>
              <a:avLst/>
              <a:gdLst/>
              <a:ahLst/>
              <a:cxnLst/>
              <a:rect r="r" b="b" t="t" l="l"/>
              <a:pathLst>
                <a:path h="1424559" w="328803">
                  <a:moveTo>
                    <a:pt x="0" y="144526"/>
                  </a:moveTo>
                  <a:cubicBezTo>
                    <a:pt x="0" y="65024"/>
                    <a:pt x="62103" y="0"/>
                    <a:pt x="139446" y="0"/>
                  </a:cubicBezTo>
                  <a:lnTo>
                    <a:pt x="189357" y="0"/>
                  </a:lnTo>
                  <a:lnTo>
                    <a:pt x="189357" y="7874"/>
                  </a:lnTo>
                  <a:lnTo>
                    <a:pt x="189357" y="0"/>
                  </a:lnTo>
                  <a:lnTo>
                    <a:pt x="189357" y="7874"/>
                  </a:lnTo>
                  <a:lnTo>
                    <a:pt x="189357" y="0"/>
                  </a:lnTo>
                  <a:cubicBezTo>
                    <a:pt x="266700" y="0"/>
                    <a:pt x="328803" y="65024"/>
                    <a:pt x="328803" y="144526"/>
                  </a:cubicBezTo>
                  <a:lnTo>
                    <a:pt x="328803" y="1280033"/>
                  </a:lnTo>
                  <a:lnTo>
                    <a:pt x="320929" y="1280033"/>
                  </a:lnTo>
                  <a:lnTo>
                    <a:pt x="328803" y="1280033"/>
                  </a:lnTo>
                  <a:cubicBezTo>
                    <a:pt x="328803" y="1359535"/>
                    <a:pt x="266700" y="1424559"/>
                    <a:pt x="189357" y="1424559"/>
                  </a:cubicBezTo>
                  <a:lnTo>
                    <a:pt x="189357" y="1416685"/>
                  </a:lnTo>
                  <a:lnTo>
                    <a:pt x="189357" y="1424559"/>
                  </a:lnTo>
                  <a:lnTo>
                    <a:pt x="139446" y="1424559"/>
                  </a:lnTo>
                  <a:lnTo>
                    <a:pt x="139446" y="1416685"/>
                  </a:lnTo>
                  <a:lnTo>
                    <a:pt x="139446" y="1424559"/>
                  </a:lnTo>
                  <a:cubicBezTo>
                    <a:pt x="62103" y="1424559"/>
                    <a:pt x="0" y="1359535"/>
                    <a:pt x="0" y="1280033"/>
                  </a:cubicBezTo>
                  <a:lnTo>
                    <a:pt x="0" y="144526"/>
                  </a:lnTo>
                  <a:lnTo>
                    <a:pt x="7874" y="144526"/>
                  </a:lnTo>
                  <a:lnTo>
                    <a:pt x="0" y="144526"/>
                  </a:lnTo>
                  <a:moveTo>
                    <a:pt x="15875" y="144526"/>
                  </a:moveTo>
                  <a:lnTo>
                    <a:pt x="15875" y="1280033"/>
                  </a:lnTo>
                  <a:lnTo>
                    <a:pt x="7874" y="1280033"/>
                  </a:lnTo>
                  <a:lnTo>
                    <a:pt x="15748" y="1280033"/>
                  </a:lnTo>
                  <a:cubicBezTo>
                    <a:pt x="15748" y="1351407"/>
                    <a:pt x="71374" y="1408684"/>
                    <a:pt x="139319" y="1408684"/>
                  </a:cubicBezTo>
                  <a:lnTo>
                    <a:pt x="189230" y="1408684"/>
                  </a:lnTo>
                  <a:cubicBezTo>
                    <a:pt x="257175" y="1408684"/>
                    <a:pt x="312801" y="1351407"/>
                    <a:pt x="312801" y="1280033"/>
                  </a:cubicBezTo>
                  <a:lnTo>
                    <a:pt x="312801" y="144526"/>
                  </a:lnTo>
                  <a:lnTo>
                    <a:pt x="320675" y="144526"/>
                  </a:lnTo>
                  <a:lnTo>
                    <a:pt x="312801" y="144526"/>
                  </a:lnTo>
                  <a:cubicBezTo>
                    <a:pt x="312801" y="73152"/>
                    <a:pt x="257175" y="15875"/>
                    <a:pt x="189230" y="15875"/>
                  </a:cubicBezTo>
                  <a:lnTo>
                    <a:pt x="139446" y="15875"/>
                  </a:lnTo>
                  <a:lnTo>
                    <a:pt x="139446" y="7874"/>
                  </a:lnTo>
                  <a:lnTo>
                    <a:pt x="139446" y="15748"/>
                  </a:lnTo>
                  <a:cubicBezTo>
                    <a:pt x="71501" y="15748"/>
                    <a:pt x="15875" y="73025"/>
                    <a:pt x="15875" y="144399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37330" y="1986115"/>
            <a:ext cx="716309" cy="716309"/>
            <a:chOff x="0" y="0"/>
            <a:chExt cx="955078" cy="9550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874" y="7874"/>
              <a:ext cx="939292" cy="939292"/>
            </a:xfrm>
            <a:custGeom>
              <a:avLst/>
              <a:gdLst/>
              <a:ahLst/>
              <a:cxnLst/>
              <a:rect r="r" b="b" t="t" l="l"/>
              <a:pathLst>
                <a:path h="939292" w="939292">
                  <a:moveTo>
                    <a:pt x="0" y="469646"/>
                  </a:moveTo>
                  <a:cubicBezTo>
                    <a:pt x="0" y="210312"/>
                    <a:pt x="210312" y="0"/>
                    <a:pt x="469646" y="0"/>
                  </a:cubicBezTo>
                  <a:cubicBezTo>
                    <a:pt x="728980" y="0"/>
                    <a:pt x="939292" y="210312"/>
                    <a:pt x="939292" y="469646"/>
                  </a:cubicBezTo>
                  <a:cubicBezTo>
                    <a:pt x="939292" y="728980"/>
                    <a:pt x="728980" y="939292"/>
                    <a:pt x="469646" y="939292"/>
                  </a:cubicBezTo>
                  <a:cubicBezTo>
                    <a:pt x="210312" y="939292"/>
                    <a:pt x="0" y="728980"/>
                    <a:pt x="0" y="469646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5040" cy="955040"/>
            </a:xfrm>
            <a:custGeom>
              <a:avLst/>
              <a:gdLst/>
              <a:ahLst/>
              <a:cxnLst/>
              <a:rect r="r" b="b" t="t" l="l"/>
              <a:pathLst>
                <a:path h="955040" w="955040">
                  <a:moveTo>
                    <a:pt x="0" y="477520"/>
                  </a:moveTo>
                  <a:cubicBezTo>
                    <a:pt x="0" y="213741"/>
                    <a:pt x="213741" y="0"/>
                    <a:pt x="477520" y="0"/>
                  </a:cubicBezTo>
                  <a:cubicBezTo>
                    <a:pt x="479044" y="0"/>
                    <a:pt x="480568" y="381"/>
                    <a:pt x="481838" y="1270"/>
                  </a:cubicBezTo>
                  <a:lnTo>
                    <a:pt x="477520" y="7874"/>
                  </a:lnTo>
                  <a:lnTo>
                    <a:pt x="477520" y="0"/>
                  </a:lnTo>
                  <a:lnTo>
                    <a:pt x="477520" y="7874"/>
                  </a:lnTo>
                  <a:lnTo>
                    <a:pt x="477520" y="0"/>
                  </a:lnTo>
                  <a:cubicBezTo>
                    <a:pt x="741299" y="0"/>
                    <a:pt x="955040" y="213741"/>
                    <a:pt x="955040" y="477520"/>
                  </a:cubicBezTo>
                  <a:cubicBezTo>
                    <a:pt x="955040" y="480568"/>
                    <a:pt x="953389" y="483235"/>
                    <a:pt x="950595" y="484632"/>
                  </a:cubicBezTo>
                  <a:lnTo>
                    <a:pt x="947039" y="477520"/>
                  </a:lnTo>
                  <a:lnTo>
                    <a:pt x="954913" y="477520"/>
                  </a:lnTo>
                  <a:cubicBezTo>
                    <a:pt x="954913" y="741299"/>
                    <a:pt x="741172" y="955040"/>
                    <a:pt x="477393" y="955040"/>
                  </a:cubicBezTo>
                  <a:lnTo>
                    <a:pt x="477393" y="947166"/>
                  </a:lnTo>
                  <a:lnTo>
                    <a:pt x="477393" y="955040"/>
                  </a:lnTo>
                  <a:lnTo>
                    <a:pt x="477393" y="947166"/>
                  </a:lnTo>
                  <a:lnTo>
                    <a:pt x="477393" y="955040"/>
                  </a:lnTo>
                  <a:cubicBezTo>
                    <a:pt x="213741" y="955040"/>
                    <a:pt x="0" y="741299"/>
                    <a:pt x="0" y="477520"/>
                  </a:cubicBezTo>
                  <a:cubicBezTo>
                    <a:pt x="0" y="475996"/>
                    <a:pt x="381" y="474472"/>
                    <a:pt x="1270" y="473202"/>
                  </a:cubicBezTo>
                  <a:lnTo>
                    <a:pt x="8001" y="477520"/>
                  </a:lnTo>
                  <a:lnTo>
                    <a:pt x="0" y="477520"/>
                  </a:lnTo>
                  <a:moveTo>
                    <a:pt x="15875" y="477520"/>
                  </a:moveTo>
                  <a:cubicBezTo>
                    <a:pt x="15875" y="479044"/>
                    <a:pt x="15494" y="480568"/>
                    <a:pt x="14605" y="481838"/>
                  </a:cubicBezTo>
                  <a:lnTo>
                    <a:pt x="7874" y="477520"/>
                  </a:lnTo>
                  <a:lnTo>
                    <a:pt x="15875" y="477520"/>
                  </a:lnTo>
                  <a:cubicBezTo>
                    <a:pt x="15875" y="732536"/>
                    <a:pt x="222631" y="939165"/>
                    <a:pt x="477520" y="939165"/>
                  </a:cubicBezTo>
                  <a:cubicBezTo>
                    <a:pt x="732409" y="939165"/>
                    <a:pt x="939165" y="732536"/>
                    <a:pt x="939165" y="477520"/>
                  </a:cubicBezTo>
                  <a:cubicBezTo>
                    <a:pt x="939165" y="474472"/>
                    <a:pt x="940816" y="471805"/>
                    <a:pt x="943610" y="470408"/>
                  </a:cubicBezTo>
                  <a:lnTo>
                    <a:pt x="947166" y="477520"/>
                  </a:lnTo>
                  <a:lnTo>
                    <a:pt x="939292" y="477520"/>
                  </a:lnTo>
                  <a:cubicBezTo>
                    <a:pt x="939292" y="222504"/>
                    <a:pt x="732536" y="15875"/>
                    <a:pt x="477647" y="15875"/>
                  </a:cubicBezTo>
                  <a:cubicBezTo>
                    <a:pt x="476123" y="15875"/>
                    <a:pt x="474599" y="15494"/>
                    <a:pt x="473329" y="14605"/>
                  </a:cubicBezTo>
                  <a:lnTo>
                    <a:pt x="477520" y="7874"/>
                  </a:lnTo>
                  <a:lnTo>
                    <a:pt x="477520" y="15875"/>
                  </a:lnTo>
                  <a:cubicBezTo>
                    <a:pt x="222631" y="15875"/>
                    <a:pt x="15875" y="222631"/>
                    <a:pt x="15875" y="47752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19352" y="2168281"/>
            <a:ext cx="352130" cy="352130"/>
            <a:chOff x="0" y="0"/>
            <a:chExt cx="469506" cy="469506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469519" cy="469519"/>
            </a:xfrm>
            <a:custGeom>
              <a:avLst/>
              <a:gdLst/>
              <a:ahLst/>
              <a:cxnLst/>
              <a:rect r="r" b="b" t="t" l="l"/>
              <a:pathLst>
                <a:path h="469519" w="469519">
                  <a:moveTo>
                    <a:pt x="0" y="0"/>
                  </a:moveTo>
                  <a:lnTo>
                    <a:pt x="469519" y="0"/>
                  </a:lnTo>
                  <a:lnTo>
                    <a:pt x="469519" y="469519"/>
                  </a:lnTo>
                  <a:lnTo>
                    <a:pt x="0" y="469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2" b="2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942062" y="1952473"/>
            <a:ext cx="2934891" cy="44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b="true" sz="2249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Project Success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42062" y="2407291"/>
            <a:ext cx="15302503" cy="44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Completed working prototype with all basic features functioning properly.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624308" y="3743325"/>
            <a:ext cx="246612" cy="1068438"/>
            <a:chOff x="0" y="0"/>
            <a:chExt cx="328816" cy="14245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7874" y="7874"/>
              <a:ext cx="312928" cy="1408811"/>
            </a:xfrm>
            <a:custGeom>
              <a:avLst/>
              <a:gdLst/>
              <a:ahLst/>
              <a:cxnLst/>
              <a:rect r="r" b="b" t="t" l="l"/>
              <a:pathLst>
                <a:path h="1408811" w="312928">
                  <a:moveTo>
                    <a:pt x="0" y="136652"/>
                  </a:moveTo>
                  <a:cubicBezTo>
                    <a:pt x="0" y="61214"/>
                    <a:pt x="58928" y="0"/>
                    <a:pt x="131572" y="0"/>
                  </a:cubicBezTo>
                  <a:lnTo>
                    <a:pt x="181483" y="0"/>
                  </a:lnTo>
                  <a:cubicBezTo>
                    <a:pt x="254127" y="0"/>
                    <a:pt x="312928" y="61214"/>
                    <a:pt x="312928" y="136652"/>
                  </a:cubicBezTo>
                  <a:lnTo>
                    <a:pt x="312928" y="1272159"/>
                  </a:lnTo>
                  <a:cubicBezTo>
                    <a:pt x="312928" y="1347597"/>
                    <a:pt x="254000" y="1408811"/>
                    <a:pt x="181483" y="1408811"/>
                  </a:cubicBezTo>
                  <a:lnTo>
                    <a:pt x="131572" y="1408811"/>
                  </a:lnTo>
                  <a:cubicBezTo>
                    <a:pt x="58928" y="1408811"/>
                    <a:pt x="127" y="1347597"/>
                    <a:pt x="127" y="127215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8803" cy="1424559"/>
            </a:xfrm>
            <a:custGeom>
              <a:avLst/>
              <a:gdLst/>
              <a:ahLst/>
              <a:cxnLst/>
              <a:rect r="r" b="b" t="t" l="l"/>
              <a:pathLst>
                <a:path h="1424559" w="328803">
                  <a:moveTo>
                    <a:pt x="0" y="144526"/>
                  </a:moveTo>
                  <a:cubicBezTo>
                    <a:pt x="0" y="65024"/>
                    <a:pt x="62103" y="0"/>
                    <a:pt x="139446" y="0"/>
                  </a:cubicBezTo>
                  <a:lnTo>
                    <a:pt x="189357" y="0"/>
                  </a:lnTo>
                  <a:lnTo>
                    <a:pt x="189357" y="7874"/>
                  </a:lnTo>
                  <a:lnTo>
                    <a:pt x="189357" y="0"/>
                  </a:lnTo>
                  <a:lnTo>
                    <a:pt x="189357" y="7874"/>
                  </a:lnTo>
                  <a:lnTo>
                    <a:pt x="189357" y="0"/>
                  </a:lnTo>
                  <a:cubicBezTo>
                    <a:pt x="266700" y="0"/>
                    <a:pt x="328803" y="65024"/>
                    <a:pt x="328803" y="144526"/>
                  </a:cubicBezTo>
                  <a:lnTo>
                    <a:pt x="328803" y="1280033"/>
                  </a:lnTo>
                  <a:lnTo>
                    <a:pt x="320929" y="1280033"/>
                  </a:lnTo>
                  <a:lnTo>
                    <a:pt x="328803" y="1280033"/>
                  </a:lnTo>
                  <a:cubicBezTo>
                    <a:pt x="328803" y="1359535"/>
                    <a:pt x="266700" y="1424559"/>
                    <a:pt x="189357" y="1424559"/>
                  </a:cubicBezTo>
                  <a:lnTo>
                    <a:pt x="189357" y="1416685"/>
                  </a:lnTo>
                  <a:lnTo>
                    <a:pt x="189357" y="1424559"/>
                  </a:lnTo>
                  <a:lnTo>
                    <a:pt x="139446" y="1424559"/>
                  </a:lnTo>
                  <a:lnTo>
                    <a:pt x="139446" y="1416685"/>
                  </a:lnTo>
                  <a:lnTo>
                    <a:pt x="139446" y="1424559"/>
                  </a:lnTo>
                  <a:cubicBezTo>
                    <a:pt x="62103" y="1424559"/>
                    <a:pt x="0" y="1359535"/>
                    <a:pt x="0" y="1280033"/>
                  </a:cubicBezTo>
                  <a:lnTo>
                    <a:pt x="0" y="144526"/>
                  </a:lnTo>
                  <a:lnTo>
                    <a:pt x="7874" y="144526"/>
                  </a:lnTo>
                  <a:lnTo>
                    <a:pt x="0" y="144526"/>
                  </a:lnTo>
                  <a:moveTo>
                    <a:pt x="15875" y="144526"/>
                  </a:moveTo>
                  <a:lnTo>
                    <a:pt x="15875" y="1280033"/>
                  </a:lnTo>
                  <a:lnTo>
                    <a:pt x="7874" y="1280033"/>
                  </a:lnTo>
                  <a:lnTo>
                    <a:pt x="15748" y="1280033"/>
                  </a:lnTo>
                  <a:cubicBezTo>
                    <a:pt x="15748" y="1351407"/>
                    <a:pt x="71374" y="1408684"/>
                    <a:pt x="139319" y="1408684"/>
                  </a:cubicBezTo>
                  <a:lnTo>
                    <a:pt x="189230" y="1408684"/>
                  </a:lnTo>
                  <a:cubicBezTo>
                    <a:pt x="257175" y="1408684"/>
                    <a:pt x="312801" y="1351407"/>
                    <a:pt x="312801" y="1280033"/>
                  </a:cubicBezTo>
                  <a:lnTo>
                    <a:pt x="312801" y="144526"/>
                  </a:lnTo>
                  <a:lnTo>
                    <a:pt x="320675" y="144526"/>
                  </a:lnTo>
                  <a:lnTo>
                    <a:pt x="312801" y="144526"/>
                  </a:lnTo>
                  <a:cubicBezTo>
                    <a:pt x="312801" y="73152"/>
                    <a:pt x="257175" y="15875"/>
                    <a:pt x="189230" y="15875"/>
                  </a:cubicBezTo>
                  <a:lnTo>
                    <a:pt x="139446" y="15875"/>
                  </a:lnTo>
                  <a:lnTo>
                    <a:pt x="139446" y="7874"/>
                  </a:lnTo>
                  <a:lnTo>
                    <a:pt x="139446" y="15748"/>
                  </a:lnTo>
                  <a:cubicBezTo>
                    <a:pt x="71501" y="15748"/>
                    <a:pt x="15875" y="73025"/>
                    <a:pt x="15875" y="144399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89459" y="3589287"/>
            <a:ext cx="716309" cy="716309"/>
            <a:chOff x="0" y="0"/>
            <a:chExt cx="955078" cy="9550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7874" y="7874"/>
              <a:ext cx="939292" cy="939292"/>
            </a:xfrm>
            <a:custGeom>
              <a:avLst/>
              <a:gdLst/>
              <a:ahLst/>
              <a:cxnLst/>
              <a:rect r="r" b="b" t="t" l="l"/>
              <a:pathLst>
                <a:path h="939292" w="939292">
                  <a:moveTo>
                    <a:pt x="0" y="469646"/>
                  </a:moveTo>
                  <a:cubicBezTo>
                    <a:pt x="0" y="210312"/>
                    <a:pt x="210312" y="0"/>
                    <a:pt x="469646" y="0"/>
                  </a:cubicBezTo>
                  <a:cubicBezTo>
                    <a:pt x="728980" y="0"/>
                    <a:pt x="939292" y="210312"/>
                    <a:pt x="939292" y="469646"/>
                  </a:cubicBezTo>
                  <a:cubicBezTo>
                    <a:pt x="939292" y="728980"/>
                    <a:pt x="728980" y="939292"/>
                    <a:pt x="469646" y="939292"/>
                  </a:cubicBezTo>
                  <a:cubicBezTo>
                    <a:pt x="210312" y="939292"/>
                    <a:pt x="0" y="728980"/>
                    <a:pt x="0" y="469646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5040" cy="955040"/>
            </a:xfrm>
            <a:custGeom>
              <a:avLst/>
              <a:gdLst/>
              <a:ahLst/>
              <a:cxnLst/>
              <a:rect r="r" b="b" t="t" l="l"/>
              <a:pathLst>
                <a:path h="955040" w="955040">
                  <a:moveTo>
                    <a:pt x="0" y="477520"/>
                  </a:moveTo>
                  <a:cubicBezTo>
                    <a:pt x="0" y="213741"/>
                    <a:pt x="213741" y="0"/>
                    <a:pt x="477520" y="0"/>
                  </a:cubicBezTo>
                  <a:cubicBezTo>
                    <a:pt x="479044" y="0"/>
                    <a:pt x="480568" y="381"/>
                    <a:pt x="481838" y="1270"/>
                  </a:cubicBezTo>
                  <a:lnTo>
                    <a:pt x="477520" y="7874"/>
                  </a:lnTo>
                  <a:lnTo>
                    <a:pt x="477520" y="0"/>
                  </a:lnTo>
                  <a:lnTo>
                    <a:pt x="477520" y="7874"/>
                  </a:lnTo>
                  <a:lnTo>
                    <a:pt x="477520" y="0"/>
                  </a:lnTo>
                  <a:cubicBezTo>
                    <a:pt x="741299" y="0"/>
                    <a:pt x="955040" y="213741"/>
                    <a:pt x="955040" y="477520"/>
                  </a:cubicBezTo>
                  <a:cubicBezTo>
                    <a:pt x="955040" y="480568"/>
                    <a:pt x="953389" y="483235"/>
                    <a:pt x="950595" y="484632"/>
                  </a:cubicBezTo>
                  <a:lnTo>
                    <a:pt x="947039" y="477520"/>
                  </a:lnTo>
                  <a:lnTo>
                    <a:pt x="954913" y="477520"/>
                  </a:lnTo>
                  <a:cubicBezTo>
                    <a:pt x="954913" y="741299"/>
                    <a:pt x="741172" y="955040"/>
                    <a:pt x="477393" y="955040"/>
                  </a:cubicBezTo>
                  <a:lnTo>
                    <a:pt x="477393" y="947166"/>
                  </a:lnTo>
                  <a:lnTo>
                    <a:pt x="477393" y="955040"/>
                  </a:lnTo>
                  <a:lnTo>
                    <a:pt x="477393" y="947166"/>
                  </a:lnTo>
                  <a:lnTo>
                    <a:pt x="477393" y="955040"/>
                  </a:lnTo>
                  <a:cubicBezTo>
                    <a:pt x="213741" y="955040"/>
                    <a:pt x="0" y="741299"/>
                    <a:pt x="0" y="477520"/>
                  </a:cubicBezTo>
                  <a:cubicBezTo>
                    <a:pt x="0" y="475996"/>
                    <a:pt x="381" y="474472"/>
                    <a:pt x="1270" y="473202"/>
                  </a:cubicBezTo>
                  <a:lnTo>
                    <a:pt x="8001" y="477520"/>
                  </a:lnTo>
                  <a:lnTo>
                    <a:pt x="0" y="477520"/>
                  </a:lnTo>
                  <a:moveTo>
                    <a:pt x="15875" y="477520"/>
                  </a:moveTo>
                  <a:cubicBezTo>
                    <a:pt x="15875" y="479044"/>
                    <a:pt x="15494" y="480568"/>
                    <a:pt x="14605" y="481838"/>
                  </a:cubicBezTo>
                  <a:lnTo>
                    <a:pt x="7874" y="477520"/>
                  </a:lnTo>
                  <a:lnTo>
                    <a:pt x="15875" y="477520"/>
                  </a:lnTo>
                  <a:cubicBezTo>
                    <a:pt x="15875" y="732536"/>
                    <a:pt x="222631" y="939165"/>
                    <a:pt x="477520" y="939165"/>
                  </a:cubicBezTo>
                  <a:cubicBezTo>
                    <a:pt x="732409" y="939165"/>
                    <a:pt x="939165" y="732536"/>
                    <a:pt x="939165" y="477520"/>
                  </a:cubicBezTo>
                  <a:cubicBezTo>
                    <a:pt x="939165" y="474472"/>
                    <a:pt x="940816" y="471805"/>
                    <a:pt x="943610" y="470408"/>
                  </a:cubicBezTo>
                  <a:lnTo>
                    <a:pt x="947166" y="477520"/>
                  </a:lnTo>
                  <a:lnTo>
                    <a:pt x="939292" y="477520"/>
                  </a:lnTo>
                  <a:cubicBezTo>
                    <a:pt x="939292" y="222504"/>
                    <a:pt x="732536" y="15875"/>
                    <a:pt x="477647" y="15875"/>
                  </a:cubicBezTo>
                  <a:cubicBezTo>
                    <a:pt x="476123" y="15875"/>
                    <a:pt x="474599" y="15494"/>
                    <a:pt x="473329" y="14605"/>
                  </a:cubicBezTo>
                  <a:lnTo>
                    <a:pt x="477520" y="7874"/>
                  </a:lnTo>
                  <a:lnTo>
                    <a:pt x="477520" y="15875"/>
                  </a:lnTo>
                  <a:cubicBezTo>
                    <a:pt x="222631" y="15875"/>
                    <a:pt x="15875" y="222631"/>
                    <a:pt x="15875" y="47752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571473" y="3771452"/>
            <a:ext cx="352130" cy="352130"/>
            <a:chOff x="0" y="0"/>
            <a:chExt cx="469506" cy="469506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469519" cy="469519"/>
            </a:xfrm>
            <a:custGeom>
              <a:avLst/>
              <a:gdLst/>
              <a:ahLst/>
              <a:cxnLst/>
              <a:rect r="r" b="b" t="t" l="l"/>
              <a:pathLst>
                <a:path h="469519" w="469519">
                  <a:moveTo>
                    <a:pt x="0" y="0"/>
                  </a:moveTo>
                  <a:lnTo>
                    <a:pt x="469519" y="0"/>
                  </a:lnTo>
                  <a:lnTo>
                    <a:pt x="469519" y="469519"/>
                  </a:lnTo>
                  <a:lnTo>
                    <a:pt x="0" y="469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294182" y="3555654"/>
            <a:ext cx="2934891" cy="44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b="true" sz="2249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Skills Gained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294182" y="4010473"/>
            <a:ext cx="14950383" cy="44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Learnt ML implementation, full-stack development, and API integration.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976590" y="5346506"/>
            <a:ext cx="246612" cy="1068438"/>
            <a:chOff x="0" y="0"/>
            <a:chExt cx="328816" cy="142458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7874" y="7874"/>
              <a:ext cx="312928" cy="1408811"/>
            </a:xfrm>
            <a:custGeom>
              <a:avLst/>
              <a:gdLst/>
              <a:ahLst/>
              <a:cxnLst/>
              <a:rect r="r" b="b" t="t" l="l"/>
              <a:pathLst>
                <a:path h="1408811" w="312928">
                  <a:moveTo>
                    <a:pt x="0" y="136652"/>
                  </a:moveTo>
                  <a:cubicBezTo>
                    <a:pt x="0" y="61214"/>
                    <a:pt x="58928" y="0"/>
                    <a:pt x="131572" y="0"/>
                  </a:cubicBezTo>
                  <a:lnTo>
                    <a:pt x="181483" y="0"/>
                  </a:lnTo>
                  <a:cubicBezTo>
                    <a:pt x="254127" y="0"/>
                    <a:pt x="312928" y="61214"/>
                    <a:pt x="312928" y="136652"/>
                  </a:cubicBezTo>
                  <a:lnTo>
                    <a:pt x="312928" y="1272159"/>
                  </a:lnTo>
                  <a:cubicBezTo>
                    <a:pt x="312928" y="1347597"/>
                    <a:pt x="254000" y="1408811"/>
                    <a:pt x="181483" y="1408811"/>
                  </a:cubicBezTo>
                  <a:lnTo>
                    <a:pt x="131572" y="1408811"/>
                  </a:lnTo>
                  <a:cubicBezTo>
                    <a:pt x="58928" y="1408811"/>
                    <a:pt x="127" y="1347597"/>
                    <a:pt x="127" y="127215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8803" cy="1424559"/>
            </a:xfrm>
            <a:custGeom>
              <a:avLst/>
              <a:gdLst/>
              <a:ahLst/>
              <a:cxnLst/>
              <a:rect r="r" b="b" t="t" l="l"/>
              <a:pathLst>
                <a:path h="1424559" w="328803">
                  <a:moveTo>
                    <a:pt x="0" y="144526"/>
                  </a:moveTo>
                  <a:cubicBezTo>
                    <a:pt x="0" y="65024"/>
                    <a:pt x="62103" y="0"/>
                    <a:pt x="139446" y="0"/>
                  </a:cubicBezTo>
                  <a:lnTo>
                    <a:pt x="189357" y="0"/>
                  </a:lnTo>
                  <a:lnTo>
                    <a:pt x="189357" y="7874"/>
                  </a:lnTo>
                  <a:lnTo>
                    <a:pt x="189357" y="0"/>
                  </a:lnTo>
                  <a:lnTo>
                    <a:pt x="189357" y="7874"/>
                  </a:lnTo>
                  <a:lnTo>
                    <a:pt x="189357" y="0"/>
                  </a:lnTo>
                  <a:cubicBezTo>
                    <a:pt x="266700" y="0"/>
                    <a:pt x="328803" y="65024"/>
                    <a:pt x="328803" y="144526"/>
                  </a:cubicBezTo>
                  <a:lnTo>
                    <a:pt x="328803" y="1280033"/>
                  </a:lnTo>
                  <a:lnTo>
                    <a:pt x="320929" y="1280033"/>
                  </a:lnTo>
                  <a:lnTo>
                    <a:pt x="328803" y="1280033"/>
                  </a:lnTo>
                  <a:cubicBezTo>
                    <a:pt x="328803" y="1359535"/>
                    <a:pt x="266700" y="1424559"/>
                    <a:pt x="189357" y="1424559"/>
                  </a:cubicBezTo>
                  <a:lnTo>
                    <a:pt x="189357" y="1416685"/>
                  </a:lnTo>
                  <a:lnTo>
                    <a:pt x="189357" y="1424559"/>
                  </a:lnTo>
                  <a:lnTo>
                    <a:pt x="139446" y="1424559"/>
                  </a:lnTo>
                  <a:lnTo>
                    <a:pt x="139446" y="1416685"/>
                  </a:lnTo>
                  <a:lnTo>
                    <a:pt x="139446" y="1424559"/>
                  </a:lnTo>
                  <a:cubicBezTo>
                    <a:pt x="62103" y="1424559"/>
                    <a:pt x="0" y="1359535"/>
                    <a:pt x="0" y="1280033"/>
                  </a:cubicBezTo>
                  <a:lnTo>
                    <a:pt x="0" y="144526"/>
                  </a:lnTo>
                  <a:lnTo>
                    <a:pt x="7874" y="144526"/>
                  </a:lnTo>
                  <a:lnTo>
                    <a:pt x="0" y="144526"/>
                  </a:lnTo>
                  <a:moveTo>
                    <a:pt x="15875" y="144526"/>
                  </a:moveTo>
                  <a:lnTo>
                    <a:pt x="15875" y="1280033"/>
                  </a:lnTo>
                  <a:lnTo>
                    <a:pt x="7874" y="1280033"/>
                  </a:lnTo>
                  <a:lnTo>
                    <a:pt x="15748" y="1280033"/>
                  </a:lnTo>
                  <a:cubicBezTo>
                    <a:pt x="15748" y="1351407"/>
                    <a:pt x="71374" y="1408684"/>
                    <a:pt x="139319" y="1408684"/>
                  </a:cubicBezTo>
                  <a:lnTo>
                    <a:pt x="189230" y="1408684"/>
                  </a:lnTo>
                  <a:cubicBezTo>
                    <a:pt x="257175" y="1408684"/>
                    <a:pt x="312801" y="1351407"/>
                    <a:pt x="312801" y="1280033"/>
                  </a:cubicBezTo>
                  <a:lnTo>
                    <a:pt x="312801" y="144526"/>
                  </a:lnTo>
                  <a:lnTo>
                    <a:pt x="320675" y="144526"/>
                  </a:lnTo>
                  <a:lnTo>
                    <a:pt x="312801" y="144526"/>
                  </a:lnTo>
                  <a:cubicBezTo>
                    <a:pt x="312801" y="73152"/>
                    <a:pt x="257175" y="15875"/>
                    <a:pt x="189230" y="15875"/>
                  </a:cubicBezTo>
                  <a:lnTo>
                    <a:pt x="139446" y="15875"/>
                  </a:lnTo>
                  <a:lnTo>
                    <a:pt x="139446" y="7874"/>
                  </a:lnTo>
                  <a:lnTo>
                    <a:pt x="139446" y="15748"/>
                  </a:lnTo>
                  <a:cubicBezTo>
                    <a:pt x="71501" y="15748"/>
                    <a:pt x="15875" y="73025"/>
                    <a:pt x="15875" y="144399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741732" y="5192468"/>
            <a:ext cx="716309" cy="716309"/>
            <a:chOff x="0" y="0"/>
            <a:chExt cx="955078" cy="95507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7874" y="7874"/>
              <a:ext cx="939292" cy="939292"/>
            </a:xfrm>
            <a:custGeom>
              <a:avLst/>
              <a:gdLst/>
              <a:ahLst/>
              <a:cxnLst/>
              <a:rect r="r" b="b" t="t" l="l"/>
              <a:pathLst>
                <a:path h="939292" w="939292">
                  <a:moveTo>
                    <a:pt x="0" y="469646"/>
                  </a:moveTo>
                  <a:cubicBezTo>
                    <a:pt x="0" y="210312"/>
                    <a:pt x="210312" y="0"/>
                    <a:pt x="469646" y="0"/>
                  </a:cubicBezTo>
                  <a:cubicBezTo>
                    <a:pt x="728980" y="0"/>
                    <a:pt x="939292" y="210312"/>
                    <a:pt x="939292" y="469646"/>
                  </a:cubicBezTo>
                  <a:cubicBezTo>
                    <a:pt x="939292" y="728980"/>
                    <a:pt x="728980" y="939292"/>
                    <a:pt x="469646" y="939292"/>
                  </a:cubicBezTo>
                  <a:cubicBezTo>
                    <a:pt x="210312" y="939292"/>
                    <a:pt x="0" y="728980"/>
                    <a:pt x="0" y="469646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55040" cy="955040"/>
            </a:xfrm>
            <a:custGeom>
              <a:avLst/>
              <a:gdLst/>
              <a:ahLst/>
              <a:cxnLst/>
              <a:rect r="r" b="b" t="t" l="l"/>
              <a:pathLst>
                <a:path h="955040" w="955040">
                  <a:moveTo>
                    <a:pt x="0" y="477520"/>
                  </a:moveTo>
                  <a:cubicBezTo>
                    <a:pt x="0" y="213741"/>
                    <a:pt x="213741" y="0"/>
                    <a:pt x="477520" y="0"/>
                  </a:cubicBezTo>
                  <a:cubicBezTo>
                    <a:pt x="479044" y="0"/>
                    <a:pt x="480568" y="381"/>
                    <a:pt x="481838" y="1270"/>
                  </a:cubicBezTo>
                  <a:lnTo>
                    <a:pt x="477520" y="7874"/>
                  </a:lnTo>
                  <a:lnTo>
                    <a:pt x="477520" y="0"/>
                  </a:lnTo>
                  <a:lnTo>
                    <a:pt x="477520" y="7874"/>
                  </a:lnTo>
                  <a:lnTo>
                    <a:pt x="477520" y="0"/>
                  </a:lnTo>
                  <a:cubicBezTo>
                    <a:pt x="741299" y="0"/>
                    <a:pt x="955040" y="213741"/>
                    <a:pt x="955040" y="477520"/>
                  </a:cubicBezTo>
                  <a:cubicBezTo>
                    <a:pt x="955040" y="480568"/>
                    <a:pt x="953389" y="483235"/>
                    <a:pt x="950595" y="484632"/>
                  </a:cubicBezTo>
                  <a:lnTo>
                    <a:pt x="947039" y="477520"/>
                  </a:lnTo>
                  <a:lnTo>
                    <a:pt x="954913" y="477520"/>
                  </a:lnTo>
                  <a:cubicBezTo>
                    <a:pt x="954913" y="741299"/>
                    <a:pt x="741172" y="955040"/>
                    <a:pt x="477393" y="955040"/>
                  </a:cubicBezTo>
                  <a:lnTo>
                    <a:pt x="477393" y="947166"/>
                  </a:lnTo>
                  <a:lnTo>
                    <a:pt x="477393" y="955040"/>
                  </a:lnTo>
                  <a:lnTo>
                    <a:pt x="477393" y="947166"/>
                  </a:lnTo>
                  <a:lnTo>
                    <a:pt x="477393" y="955040"/>
                  </a:lnTo>
                  <a:cubicBezTo>
                    <a:pt x="213741" y="955040"/>
                    <a:pt x="0" y="741299"/>
                    <a:pt x="0" y="477520"/>
                  </a:cubicBezTo>
                  <a:cubicBezTo>
                    <a:pt x="0" y="475996"/>
                    <a:pt x="381" y="474472"/>
                    <a:pt x="1270" y="473202"/>
                  </a:cubicBezTo>
                  <a:lnTo>
                    <a:pt x="8001" y="477520"/>
                  </a:lnTo>
                  <a:lnTo>
                    <a:pt x="0" y="477520"/>
                  </a:lnTo>
                  <a:moveTo>
                    <a:pt x="15875" y="477520"/>
                  </a:moveTo>
                  <a:cubicBezTo>
                    <a:pt x="15875" y="479044"/>
                    <a:pt x="15494" y="480568"/>
                    <a:pt x="14605" y="481838"/>
                  </a:cubicBezTo>
                  <a:lnTo>
                    <a:pt x="7874" y="477520"/>
                  </a:lnTo>
                  <a:lnTo>
                    <a:pt x="15875" y="477520"/>
                  </a:lnTo>
                  <a:cubicBezTo>
                    <a:pt x="15875" y="732536"/>
                    <a:pt x="222631" y="939165"/>
                    <a:pt x="477520" y="939165"/>
                  </a:cubicBezTo>
                  <a:cubicBezTo>
                    <a:pt x="732409" y="939165"/>
                    <a:pt x="939165" y="732536"/>
                    <a:pt x="939165" y="477520"/>
                  </a:cubicBezTo>
                  <a:cubicBezTo>
                    <a:pt x="939165" y="474472"/>
                    <a:pt x="940816" y="471805"/>
                    <a:pt x="943610" y="470408"/>
                  </a:cubicBezTo>
                  <a:lnTo>
                    <a:pt x="947166" y="477520"/>
                  </a:lnTo>
                  <a:lnTo>
                    <a:pt x="939292" y="477520"/>
                  </a:lnTo>
                  <a:cubicBezTo>
                    <a:pt x="939292" y="222504"/>
                    <a:pt x="732536" y="15875"/>
                    <a:pt x="477647" y="15875"/>
                  </a:cubicBezTo>
                  <a:cubicBezTo>
                    <a:pt x="476123" y="15875"/>
                    <a:pt x="474599" y="15494"/>
                    <a:pt x="473329" y="14605"/>
                  </a:cubicBezTo>
                  <a:lnTo>
                    <a:pt x="477520" y="7874"/>
                  </a:lnTo>
                  <a:lnTo>
                    <a:pt x="477520" y="15875"/>
                  </a:lnTo>
                  <a:cubicBezTo>
                    <a:pt x="222631" y="15875"/>
                    <a:pt x="15875" y="222631"/>
                    <a:pt x="15875" y="47752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923755" y="5374634"/>
            <a:ext cx="352130" cy="352130"/>
            <a:chOff x="0" y="0"/>
            <a:chExt cx="469506" cy="469506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469519" cy="469519"/>
            </a:xfrm>
            <a:custGeom>
              <a:avLst/>
              <a:gdLst/>
              <a:ahLst/>
              <a:cxnLst/>
              <a:rect r="r" b="b" t="t" l="l"/>
              <a:pathLst>
                <a:path h="469519" w="469519">
                  <a:moveTo>
                    <a:pt x="0" y="0"/>
                  </a:moveTo>
                  <a:lnTo>
                    <a:pt x="469519" y="0"/>
                  </a:lnTo>
                  <a:lnTo>
                    <a:pt x="469519" y="469519"/>
                  </a:lnTo>
                  <a:lnTo>
                    <a:pt x="0" y="469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2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2646464" y="5158826"/>
            <a:ext cx="2934891" cy="44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b="true" sz="2249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Mobile App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646464" y="5613644"/>
            <a:ext cx="14598101" cy="44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Develop Android/iOS version for on-the-go use.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2328710" y="6949678"/>
            <a:ext cx="246612" cy="1068438"/>
            <a:chOff x="0" y="0"/>
            <a:chExt cx="328816" cy="142458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7874" y="7874"/>
              <a:ext cx="312928" cy="1408811"/>
            </a:xfrm>
            <a:custGeom>
              <a:avLst/>
              <a:gdLst/>
              <a:ahLst/>
              <a:cxnLst/>
              <a:rect r="r" b="b" t="t" l="l"/>
              <a:pathLst>
                <a:path h="1408811" w="312928">
                  <a:moveTo>
                    <a:pt x="0" y="136652"/>
                  </a:moveTo>
                  <a:cubicBezTo>
                    <a:pt x="0" y="61214"/>
                    <a:pt x="58928" y="0"/>
                    <a:pt x="131572" y="0"/>
                  </a:cubicBezTo>
                  <a:lnTo>
                    <a:pt x="181483" y="0"/>
                  </a:lnTo>
                  <a:cubicBezTo>
                    <a:pt x="254127" y="0"/>
                    <a:pt x="312928" y="61214"/>
                    <a:pt x="312928" y="136652"/>
                  </a:cubicBezTo>
                  <a:lnTo>
                    <a:pt x="312928" y="1272159"/>
                  </a:lnTo>
                  <a:cubicBezTo>
                    <a:pt x="312928" y="1347597"/>
                    <a:pt x="254000" y="1408811"/>
                    <a:pt x="181483" y="1408811"/>
                  </a:cubicBezTo>
                  <a:lnTo>
                    <a:pt x="131572" y="1408811"/>
                  </a:lnTo>
                  <a:cubicBezTo>
                    <a:pt x="58928" y="1408811"/>
                    <a:pt x="127" y="1347597"/>
                    <a:pt x="127" y="127215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28803" cy="1424559"/>
            </a:xfrm>
            <a:custGeom>
              <a:avLst/>
              <a:gdLst/>
              <a:ahLst/>
              <a:cxnLst/>
              <a:rect r="r" b="b" t="t" l="l"/>
              <a:pathLst>
                <a:path h="1424559" w="328803">
                  <a:moveTo>
                    <a:pt x="0" y="144526"/>
                  </a:moveTo>
                  <a:cubicBezTo>
                    <a:pt x="0" y="65024"/>
                    <a:pt x="62103" y="0"/>
                    <a:pt x="139446" y="0"/>
                  </a:cubicBezTo>
                  <a:lnTo>
                    <a:pt x="189357" y="0"/>
                  </a:lnTo>
                  <a:lnTo>
                    <a:pt x="189357" y="7874"/>
                  </a:lnTo>
                  <a:lnTo>
                    <a:pt x="189357" y="0"/>
                  </a:lnTo>
                  <a:lnTo>
                    <a:pt x="189357" y="7874"/>
                  </a:lnTo>
                  <a:lnTo>
                    <a:pt x="189357" y="0"/>
                  </a:lnTo>
                  <a:cubicBezTo>
                    <a:pt x="266700" y="0"/>
                    <a:pt x="328803" y="65024"/>
                    <a:pt x="328803" y="144526"/>
                  </a:cubicBezTo>
                  <a:lnTo>
                    <a:pt x="328803" y="1280033"/>
                  </a:lnTo>
                  <a:lnTo>
                    <a:pt x="320929" y="1280033"/>
                  </a:lnTo>
                  <a:lnTo>
                    <a:pt x="328803" y="1280033"/>
                  </a:lnTo>
                  <a:cubicBezTo>
                    <a:pt x="328803" y="1359535"/>
                    <a:pt x="266700" y="1424559"/>
                    <a:pt x="189357" y="1424559"/>
                  </a:cubicBezTo>
                  <a:lnTo>
                    <a:pt x="189357" y="1416685"/>
                  </a:lnTo>
                  <a:lnTo>
                    <a:pt x="189357" y="1424559"/>
                  </a:lnTo>
                  <a:lnTo>
                    <a:pt x="139446" y="1424559"/>
                  </a:lnTo>
                  <a:lnTo>
                    <a:pt x="139446" y="1416685"/>
                  </a:lnTo>
                  <a:lnTo>
                    <a:pt x="139446" y="1424559"/>
                  </a:lnTo>
                  <a:cubicBezTo>
                    <a:pt x="62103" y="1424559"/>
                    <a:pt x="0" y="1359535"/>
                    <a:pt x="0" y="1280033"/>
                  </a:cubicBezTo>
                  <a:lnTo>
                    <a:pt x="0" y="144526"/>
                  </a:lnTo>
                  <a:lnTo>
                    <a:pt x="7874" y="144526"/>
                  </a:lnTo>
                  <a:lnTo>
                    <a:pt x="0" y="144526"/>
                  </a:lnTo>
                  <a:moveTo>
                    <a:pt x="15875" y="144526"/>
                  </a:moveTo>
                  <a:lnTo>
                    <a:pt x="15875" y="1280033"/>
                  </a:lnTo>
                  <a:lnTo>
                    <a:pt x="7874" y="1280033"/>
                  </a:lnTo>
                  <a:lnTo>
                    <a:pt x="15748" y="1280033"/>
                  </a:lnTo>
                  <a:cubicBezTo>
                    <a:pt x="15748" y="1351407"/>
                    <a:pt x="71374" y="1408684"/>
                    <a:pt x="139319" y="1408684"/>
                  </a:cubicBezTo>
                  <a:lnTo>
                    <a:pt x="189230" y="1408684"/>
                  </a:lnTo>
                  <a:cubicBezTo>
                    <a:pt x="257175" y="1408684"/>
                    <a:pt x="312801" y="1351407"/>
                    <a:pt x="312801" y="1280033"/>
                  </a:cubicBezTo>
                  <a:lnTo>
                    <a:pt x="312801" y="144526"/>
                  </a:lnTo>
                  <a:lnTo>
                    <a:pt x="320675" y="144526"/>
                  </a:lnTo>
                  <a:lnTo>
                    <a:pt x="312801" y="144526"/>
                  </a:lnTo>
                  <a:cubicBezTo>
                    <a:pt x="312801" y="73152"/>
                    <a:pt x="257175" y="15875"/>
                    <a:pt x="189230" y="15875"/>
                  </a:cubicBezTo>
                  <a:lnTo>
                    <a:pt x="139446" y="15875"/>
                  </a:lnTo>
                  <a:lnTo>
                    <a:pt x="139446" y="7874"/>
                  </a:lnTo>
                  <a:lnTo>
                    <a:pt x="139446" y="15748"/>
                  </a:lnTo>
                  <a:cubicBezTo>
                    <a:pt x="71501" y="15748"/>
                    <a:pt x="15875" y="73025"/>
                    <a:pt x="15875" y="144399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2093862" y="6795640"/>
            <a:ext cx="716309" cy="716309"/>
            <a:chOff x="0" y="0"/>
            <a:chExt cx="955078" cy="95507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7874" y="7874"/>
              <a:ext cx="939292" cy="939292"/>
            </a:xfrm>
            <a:custGeom>
              <a:avLst/>
              <a:gdLst/>
              <a:ahLst/>
              <a:cxnLst/>
              <a:rect r="r" b="b" t="t" l="l"/>
              <a:pathLst>
                <a:path h="939292" w="939292">
                  <a:moveTo>
                    <a:pt x="0" y="469646"/>
                  </a:moveTo>
                  <a:cubicBezTo>
                    <a:pt x="0" y="210312"/>
                    <a:pt x="210312" y="0"/>
                    <a:pt x="469646" y="0"/>
                  </a:cubicBezTo>
                  <a:cubicBezTo>
                    <a:pt x="728980" y="0"/>
                    <a:pt x="939292" y="210312"/>
                    <a:pt x="939292" y="469646"/>
                  </a:cubicBezTo>
                  <a:cubicBezTo>
                    <a:pt x="939292" y="728980"/>
                    <a:pt x="728980" y="939292"/>
                    <a:pt x="469646" y="939292"/>
                  </a:cubicBezTo>
                  <a:cubicBezTo>
                    <a:pt x="210312" y="939292"/>
                    <a:pt x="0" y="728980"/>
                    <a:pt x="0" y="469646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55040" cy="955040"/>
            </a:xfrm>
            <a:custGeom>
              <a:avLst/>
              <a:gdLst/>
              <a:ahLst/>
              <a:cxnLst/>
              <a:rect r="r" b="b" t="t" l="l"/>
              <a:pathLst>
                <a:path h="955040" w="955040">
                  <a:moveTo>
                    <a:pt x="0" y="477520"/>
                  </a:moveTo>
                  <a:cubicBezTo>
                    <a:pt x="0" y="213741"/>
                    <a:pt x="213741" y="0"/>
                    <a:pt x="477520" y="0"/>
                  </a:cubicBezTo>
                  <a:cubicBezTo>
                    <a:pt x="479044" y="0"/>
                    <a:pt x="480568" y="381"/>
                    <a:pt x="481838" y="1270"/>
                  </a:cubicBezTo>
                  <a:lnTo>
                    <a:pt x="477520" y="7874"/>
                  </a:lnTo>
                  <a:lnTo>
                    <a:pt x="477520" y="0"/>
                  </a:lnTo>
                  <a:lnTo>
                    <a:pt x="477520" y="7874"/>
                  </a:lnTo>
                  <a:lnTo>
                    <a:pt x="477520" y="0"/>
                  </a:lnTo>
                  <a:cubicBezTo>
                    <a:pt x="741299" y="0"/>
                    <a:pt x="955040" y="213741"/>
                    <a:pt x="955040" y="477520"/>
                  </a:cubicBezTo>
                  <a:cubicBezTo>
                    <a:pt x="955040" y="480568"/>
                    <a:pt x="953389" y="483235"/>
                    <a:pt x="950595" y="484632"/>
                  </a:cubicBezTo>
                  <a:lnTo>
                    <a:pt x="947039" y="477520"/>
                  </a:lnTo>
                  <a:lnTo>
                    <a:pt x="954913" y="477520"/>
                  </a:lnTo>
                  <a:cubicBezTo>
                    <a:pt x="954913" y="741299"/>
                    <a:pt x="741172" y="955040"/>
                    <a:pt x="477393" y="955040"/>
                  </a:cubicBezTo>
                  <a:lnTo>
                    <a:pt x="477393" y="947166"/>
                  </a:lnTo>
                  <a:lnTo>
                    <a:pt x="477393" y="955040"/>
                  </a:lnTo>
                  <a:lnTo>
                    <a:pt x="477393" y="947166"/>
                  </a:lnTo>
                  <a:lnTo>
                    <a:pt x="477393" y="955040"/>
                  </a:lnTo>
                  <a:cubicBezTo>
                    <a:pt x="213741" y="955040"/>
                    <a:pt x="0" y="741299"/>
                    <a:pt x="0" y="477520"/>
                  </a:cubicBezTo>
                  <a:cubicBezTo>
                    <a:pt x="0" y="475996"/>
                    <a:pt x="381" y="474472"/>
                    <a:pt x="1270" y="473202"/>
                  </a:cubicBezTo>
                  <a:lnTo>
                    <a:pt x="8001" y="477520"/>
                  </a:lnTo>
                  <a:lnTo>
                    <a:pt x="0" y="477520"/>
                  </a:lnTo>
                  <a:moveTo>
                    <a:pt x="15875" y="477520"/>
                  </a:moveTo>
                  <a:cubicBezTo>
                    <a:pt x="15875" y="479044"/>
                    <a:pt x="15494" y="480568"/>
                    <a:pt x="14605" y="481838"/>
                  </a:cubicBezTo>
                  <a:lnTo>
                    <a:pt x="7874" y="477520"/>
                  </a:lnTo>
                  <a:lnTo>
                    <a:pt x="15875" y="477520"/>
                  </a:lnTo>
                  <a:cubicBezTo>
                    <a:pt x="15875" y="732536"/>
                    <a:pt x="222631" y="939165"/>
                    <a:pt x="477520" y="939165"/>
                  </a:cubicBezTo>
                  <a:cubicBezTo>
                    <a:pt x="732409" y="939165"/>
                    <a:pt x="939165" y="732536"/>
                    <a:pt x="939165" y="477520"/>
                  </a:cubicBezTo>
                  <a:cubicBezTo>
                    <a:pt x="939165" y="474472"/>
                    <a:pt x="940816" y="471805"/>
                    <a:pt x="943610" y="470408"/>
                  </a:cubicBezTo>
                  <a:lnTo>
                    <a:pt x="947166" y="477520"/>
                  </a:lnTo>
                  <a:lnTo>
                    <a:pt x="939292" y="477520"/>
                  </a:lnTo>
                  <a:cubicBezTo>
                    <a:pt x="939292" y="222504"/>
                    <a:pt x="732536" y="15875"/>
                    <a:pt x="477647" y="15875"/>
                  </a:cubicBezTo>
                  <a:cubicBezTo>
                    <a:pt x="476123" y="15875"/>
                    <a:pt x="474599" y="15494"/>
                    <a:pt x="473329" y="14605"/>
                  </a:cubicBezTo>
                  <a:lnTo>
                    <a:pt x="477520" y="7874"/>
                  </a:lnTo>
                  <a:lnTo>
                    <a:pt x="477520" y="15875"/>
                  </a:lnTo>
                  <a:cubicBezTo>
                    <a:pt x="222631" y="15875"/>
                    <a:pt x="15875" y="222631"/>
                    <a:pt x="15875" y="47752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275884" y="6977805"/>
            <a:ext cx="352130" cy="352130"/>
            <a:chOff x="0" y="0"/>
            <a:chExt cx="469506" cy="469506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469519" cy="469519"/>
            </a:xfrm>
            <a:custGeom>
              <a:avLst/>
              <a:gdLst/>
              <a:ahLst/>
              <a:cxnLst/>
              <a:rect r="r" b="b" t="t" l="l"/>
              <a:pathLst>
                <a:path h="469519" w="469519">
                  <a:moveTo>
                    <a:pt x="0" y="0"/>
                  </a:moveTo>
                  <a:lnTo>
                    <a:pt x="469519" y="0"/>
                  </a:lnTo>
                  <a:lnTo>
                    <a:pt x="469519" y="469519"/>
                  </a:lnTo>
                  <a:lnTo>
                    <a:pt x="0" y="469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2998584" y="6762007"/>
            <a:ext cx="2934891" cy="44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b="true" sz="2249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More APIs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998584" y="7216826"/>
            <a:ext cx="14245981" cy="44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Integrate weather, news, and social media APIs.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976590" y="8552850"/>
            <a:ext cx="246612" cy="1068438"/>
            <a:chOff x="0" y="0"/>
            <a:chExt cx="328816" cy="14245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7874" y="7874"/>
              <a:ext cx="312928" cy="1408811"/>
            </a:xfrm>
            <a:custGeom>
              <a:avLst/>
              <a:gdLst/>
              <a:ahLst/>
              <a:cxnLst/>
              <a:rect r="r" b="b" t="t" l="l"/>
              <a:pathLst>
                <a:path h="1408811" w="312928">
                  <a:moveTo>
                    <a:pt x="0" y="136652"/>
                  </a:moveTo>
                  <a:cubicBezTo>
                    <a:pt x="0" y="61214"/>
                    <a:pt x="58928" y="0"/>
                    <a:pt x="131572" y="0"/>
                  </a:cubicBezTo>
                  <a:lnTo>
                    <a:pt x="181483" y="0"/>
                  </a:lnTo>
                  <a:cubicBezTo>
                    <a:pt x="254127" y="0"/>
                    <a:pt x="312928" y="61214"/>
                    <a:pt x="312928" y="136652"/>
                  </a:cubicBezTo>
                  <a:lnTo>
                    <a:pt x="312928" y="1272159"/>
                  </a:lnTo>
                  <a:cubicBezTo>
                    <a:pt x="312928" y="1347597"/>
                    <a:pt x="254000" y="1408811"/>
                    <a:pt x="181483" y="1408811"/>
                  </a:cubicBezTo>
                  <a:lnTo>
                    <a:pt x="131572" y="1408811"/>
                  </a:lnTo>
                  <a:cubicBezTo>
                    <a:pt x="58928" y="1408811"/>
                    <a:pt x="127" y="1347597"/>
                    <a:pt x="127" y="127215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28803" cy="1424559"/>
            </a:xfrm>
            <a:custGeom>
              <a:avLst/>
              <a:gdLst/>
              <a:ahLst/>
              <a:cxnLst/>
              <a:rect r="r" b="b" t="t" l="l"/>
              <a:pathLst>
                <a:path h="1424559" w="328803">
                  <a:moveTo>
                    <a:pt x="0" y="144526"/>
                  </a:moveTo>
                  <a:cubicBezTo>
                    <a:pt x="0" y="65024"/>
                    <a:pt x="62103" y="0"/>
                    <a:pt x="139446" y="0"/>
                  </a:cubicBezTo>
                  <a:lnTo>
                    <a:pt x="189357" y="0"/>
                  </a:lnTo>
                  <a:lnTo>
                    <a:pt x="189357" y="7874"/>
                  </a:lnTo>
                  <a:lnTo>
                    <a:pt x="189357" y="0"/>
                  </a:lnTo>
                  <a:lnTo>
                    <a:pt x="189357" y="7874"/>
                  </a:lnTo>
                  <a:lnTo>
                    <a:pt x="189357" y="0"/>
                  </a:lnTo>
                  <a:cubicBezTo>
                    <a:pt x="266700" y="0"/>
                    <a:pt x="328803" y="65024"/>
                    <a:pt x="328803" y="144526"/>
                  </a:cubicBezTo>
                  <a:lnTo>
                    <a:pt x="328803" y="1280033"/>
                  </a:lnTo>
                  <a:lnTo>
                    <a:pt x="320929" y="1280033"/>
                  </a:lnTo>
                  <a:lnTo>
                    <a:pt x="328803" y="1280033"/>
                  </a:lnTo>
                  <a:cubicBezTo>
                    <a:pt x="328803" y="1359535"/>
                    <a:pt x="266700" y="1424559"/>
                    <a:pt x="189357" y="1424559"/>
                  </a:cubicBezTo>
                  <a:lnTo>
                    <a:pt x="189357" y="1416685"/>
                  </a:lnTo>
                  <a:lnTo>
                    <a:pt x="189357" y="1424559"/>
                  </a:lnTo>
                  <a:lnTo>
                    <a:pt x="139446" y="1424559"/>
                  </a:lnTo>
                  <a:lnTo>
                    <a:pt x="139446" y="1416685"/>
                  </a:lnTo>
                  <a:lnTo>
                    <a:pt x="139446" y="1424559"/>
                  </a:lnTo>
                  <a:cubicBezTo>
                    <a:pt x="62103" y="1424559"/>
                    <a:pt x="0" y="1359535"/>
                    <a:pt x="0" y="1280033"/>
                  </a:cubicBezTo>
                  <a:lnTo>
                    <a:pt x="0" y="144526"/>
                  </a:lnTo>
                  <a:lnTo>
                    <a:pt x="7874" y="144526"/>
                  </a:lnTo>
                  <a:lnTo>
                    <a:pt x="0" y="144526"/>
                  </a:lnTo>
                  <a:moveTo>
                    <a:pt x="15875" y="144526"/>
                  </a:moveTo>
                  <a:lnTo>
                    <a:pt x="15875" y="1280033"/>
                  </a:lnTo>
                  <a:lnTo>
                    <a:pt x="7874" y="1280033"/>
                  </a:lnTo>
                  <a:lnTo>
                    <a:pt x="15748" y="1280033"/>
                  </a:lnTo>
                  <a:cubicBezTo>
                    <a:pt x="15748" y="1351407"/>
                    <a:pt x="71374" y="1408684"/>
                    <a:pt x="139319" y="1408684"/>
                  </a:cubicBezTo>
                  <a:lnTo>
                    <a:pt x="189230" y="1408684"/>
                  </a:lnTo>
                  <a:cubicBezTo>
                    <a:pt x="257175" y="1408684"/>
                    <a:pt x="312801" y="1351407"/>
                    <a:pt x="312801" y="1280033"/>
                  </a:cubicBezTo>
                  <a:lnTo>
                    <a:pt x="312801" y="144526"/>
                  </a:lnTo>
                  <a:lnTo>
                    <a:pt x="320675" y="144526"/>
                  </a:lnTo>
                  <a:lnTo>
                    <a:pt x="312801" y="144526"/>
                  </a:lnTo>
                  <a:cubicBezTo>
                    <a:pt x="312801" y="73152"/>
                    <a:pt x="257175" y="15875"/>
                    <a:pt x="189230" y="15875"/>
                  </a:cubicBezTo>
                  <a:lnTo>
                    <a:pt x="139446" y="15875"/>
                  </a:lnTo>
                  <a:lnTo>
                    <a:pt x="139446" y="7874"/>
                  </a:lnTo>
                  <a:lnTo>
                    <a:pt x="139446" y="15748"/>
                  </a:lnTo>
                  <a:cubicBezTo>
                    <a:pt x="71501" y="15748"/>
                    <a:pt x="15875" y="73025"/>
                    <a:pt x="15875" y="144399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741732" y="8398821"/>
            <a:ext cx="716309" cy="716309"/>
            <a:chOff x="0" y="0"/>
            <a:chExt cx="955078" cy="95507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7874" y="7874"/>
              <a:ext cx="939292" cy="939292"/>
            </a:xfrm>
            <a:custGeom>
              <a:avLst/>
              <a:gdLst/>
              <a:ahLst/>
              <a:cxnLst/>
              <a:rect r="r" b="b" t="t" l="l"/>
              <a:pathLst>
                <a:path h="939292" w="939292">
                  <a:moveTo>
                    <a:pt x="0" y="469646"/>
                  </a:moveTo>
                  <a:cubicBezTo>
                    <a:pt x="0" y="210312"/>
                    <a:pt x="210312" y="0"/>
                    <a:pt x="469646" y="0"/>
                  </a:cubicBezTo>
                  <a:cubicBezTo>
                    <a:pt x="728980" y="0"/>
                    <a:pt x="939292" y="210312"/>
                    <a:pt x="939292" y="469646"/>
                  </a:cubicBezTo>
                  <a:cubicBezTo>
                    <a:pt x="939292" y="728980"/>
                    <a:pt x="728980" y="939292"/>
                    <a:pt x="469646" y="939292"/>
                  </a:cubicBezTo>
                  <a:cubicBezTo>
                    <a:pt x="210312" y="939292"/>
                    <a:pt x="0" y="728980"/>
                    <a:pt x="0" y="469646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55040" cy="955040"/>
            </a:xfrm>
            <a:custGeom>
              <a:avLst/>
              <a:gdLst/>
              <a:ahLst/>
              <a:cxnLst/>
              <a:rect r="r" b="b" t="t" l="l"/>
              <a:pathLst>
                <a:path h="955040" w="955040">
                  <a:moveTo>
                    <a:pt x="0" y="477520"/>
                  </a:moveTo>
                  <a:cubicBezTo>
                    <a:pt x="0" y="213741"/>
                    <a:pt x="213741" y="0"/>
                    <a:pt x="477520" y="0"/>
                  </a:cubicBezTo>
                  <a:cubicBezTo>
                    <a:pt x="479044" y="0"/>
                    <a:pt x="480568" y="381"/>
                    <a:pt x="481838" y="1270"/>
                  </a:cubicBezTo>
                  <a:lnTo>
                    <a:pt x="477520" y="7874"/>
                  </a:lnTo>
                  <a:lnTo>
                    <a:pt x="477520" y="0"/>
                  </a:lnTo>
                  <a:lnTo>
                    <a:pt x="477520" y="7874"/>
                  </a:lnTo>
                  <a:lnTo>
                    <a:pt x="477520" y="0"/>
                  </a:lnTo>
                  <a:cubicBezTo>
                    <a:pt x="741299" y="0"/>
                    <a:pt x="955040" y="213741"/>
                    <a:pt x="955040" y="477520"/>
                  </a:cubicBezTo>
                  <a:cubicBezTo>
                    <a:pt x="955040" y="480568"/>
                    <a:pt x="953389" y="483235"/>
                    <a:pt x="950595" y="484632"/>
                  </a:cubicBezTo>
                  <a:lnTo>
                    <a:pt x="947039" y="477520"/>
                  </a:lnTo>
                  <a:lnTo>
                    <a:pt x="954913" y="477520"/>
                  </a:lnTo>
                  <a:cubicBezTo>
                    <a:pt x="954913" y="741299"/>
                    <a:pt x="741172" y="955040"/>
                    <a:pt x="477393" y="955040"/>
                  </a:cubicBezTo>
                  <a:lnTo>
                    <a:pt x="477393" y="947166"/>
                  </a:lnTo>
                  <a:lnTo>
                    <a:pt x="477393" y="955040"/>
                  </a:lnTo>
                  <a:lnTo>
                    <a:pt x="477393" y="947166"/>
                  </a:lnTo>
                  <a:lnTo>
                    <a:pt x="477393" y="955040"/>
                  </a:lnTo>
                  <a:cubicBezTo>
                    <a:pt x="213741" y="955040"/>
                    <a:pt x="0" y="741299"/>
                    <a:pt x="0" y="477520"/>
                  </a:cubicBezTo>
                  <a:cubicBezTo>
                    <a:pt x="0" y="475996"/>
                    <a:pt x="381" y="474472"/>
                    <a:pt x="1270" y="473202"/>
                  </a:cubicBezTo>
                  <a:lnTo>
                    <a:pt x="8001" y="477520"/>
                  </a:lnTo>
                  <a:lnTo>
                    <a:pt x="0" y="477520"/>
                  </a:lnTo>
                  <a:moveTo>
                    <a:pt x="15875" y="477520"/>
                  </a:moveTo>
                  <a:cubicBezTo>
                    <a:pt x="15875" y="479044"/>
                    <a:pt x="15494" y="480568"/>
                    <a:pt x="14605" y="481838"/>
                  </a:cubicBezTo>
                  <a:lnTo>
                    <a:pt x="7874" y="477520"/>
                  </a:lnTo>
                  <a:lnTo>
                    <a:pt x="15875" y="477520"/>
                  </a:lnTo>
                  <a:cubicBezTo>
                    <a:pt x="15875" y="732536"/>
                    <a:pt x="222631" y="939165"/>
                    <a:pt x="477520" y="939165"/>
                  </a:cubicBezTo>
                  <a:cubicBezTo>
                    <a:pt x="732409" y="939165"/>
                    <a:pt x="939165" y="732536"/>
                    <a:pt x="939165" y="477520"/>
                  </a:cubicBezTo>
                  <a:cubicBezTo>
                    <a:pt x="939165" y="474472"/>
                    <a:pt x="940816" y="471805"/>
                    <a:pt x="943610" y="470408"/>
                  </a:cubicBezTo>
                  <a:lnTo>
                    <a:pt x="947166" y="477520"/>
                  </a:lnTo>
                  <a:lnTo>
                    <a:pt x="939292" y="477520"/>
                  </a:lnTo>
                  <a:cubicBezTo>
                    <a:pt x="939292" y="222504"/>
                    <a:pt x="732536" y="15875"/>
                    <a:pt x="477647" y="15875"/>
                  </a:cubicBezTo>
                  <a:cubicBezTo>
                    <a:pt x="476123" y="15875"/>
                    <a:pt x="474599" y="15494"/>
                    <a:pt x="473329" y="14605"/>
                  </a:cubicBezTo>
                  <a:lnTo>
                    <a:pt x="477520" y="7874"/>
                  </a:lnTo>
                  <a:lnTo>
                    <a:pt x="477520" y="15875"/>
                  </a:lnTo>
                  <a:cubicBezTo>
                    <a:pt x="222631" y="15875"/>
                    <a:pt x="15875" y="222631"/>
                    <a:pt x="15875" y="47752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923755" y="8580987"/>
            <a:ext cx="352130" cy="352130"/>
            <a:chOff x="0" y="0"/>
            <a:chExt cx="469506" cy="469506"/>
          </a:xfrm>
        </p:grpSpPr>
        <p:sp>
          <p:nvSpPr>
            <p:cNvPr name="Freeform 54" id="54" descr="preencoded.png"/>
            <p:cNvSpPr/>
            <p:nvPr/>
          </p:nvSpPr>
          <p:spPr>
            <a:xfrm flipH="false" flipV="false" rot="0">
              <a:off x="0" y="0"/>
              <a:ext cx="469519" cy="469519"/>
            </a:xfrm>
            <a:custGeom>
              <a:avLst/>
              <a:gdLst/>
              <a:ahLst/>
              <a:cxnLst/>
              <a:rect r="r" b="b" t="t" l="l"/>
              <a:pathLst>
                <a:path h="469519" w="469519">
                  <a:moveTo>
                    <a:pt x="0" y="0"/>
                  </a:moveTo>
                  <a:lnTo>
                    <a:pt x="469519" y="0"/>
                  </a:lnTo>
                  <a:lnTo>
                    <a:pt x="469519" y="469519"/>
                  </a:lnTo>
                  <a:lnTo>
                    <a:pt x="0" y="469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2646464" y="8365179"/>
            <a:ext cx="2934891" cy="44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b="true" sz="2249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Wake Word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646464" y="8819998"/>
            <a:ext cx="14598101" cy="44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Add "Hey Assistant" feature like Alexa and Google.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DAHGb3nwMc4</dc:identifier>
  <dcterms:modified xsi:type="dcterms:W3CDTF">2011-08-01T06:04:30Z</dcterms:modified>
  <cp:revision>1</cp:revision>
  <dc:title>Proof of work</dc:title>
</cp:coreProperties>
</file>